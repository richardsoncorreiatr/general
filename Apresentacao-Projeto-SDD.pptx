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60" r:id="rId4"/>
  </p:sldMasterIdLst>
  <p:notesMasterIdLst>
    <p:notesMasterId r:id="rId29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16"/>
    <p:sldId id="269" r:id="rId15"/>
    <p:sldId id="270" r:id="rId14"/>
  </p:sldIdLst>
  <p:sldSz cx="12192000" cy="6858000"/>
  <p:notesSz cx="6858000" cy="9144000"/>
  <p:embeddedFontLst>
    <p:embeddedFont>
      <p:font typeface="Clario" panose="020B0503030300000000" pitchFamily="34" charset="0"/>
      <p:regular r:id="rId30"/>
      <p:bold r:id="rId31"/>
      <p:italic r:id="rId32"/>
      <p:boldItalic r:id="rId33"/>
    </p:embeddedFont>
    <p:embeddedFont>
      <p:font typeface="Clario Medium" panose="020B0603030300000000" pitchFamily="34" charset="0"/>
      <p:regular r:id="rId34"/>
      <p:italic r:id="rId35"/>
    </p:embeddedFont>
  </p:embeddedFontLst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/>
  </p:normalViewPr>
  <p:slideViewPr>
    <p:cSldViewPr snapToGrid="0">
      <p:cViewPr varScale="1">
        <p:scale>
          <a:sx n="98" d="100"/>
          <a:sy n="98" d="100"/>
        </p:scale>
        <p:origin x="1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5.xml"/><Relationship Id="rId15" Type="http://schemas.openxmlformats.org/officeDocument/2006/relationships/slide" Target="slides/slide14.xml"/><Relationship Id="rId16" Type="http://schemas.openxmlformats.org/officeDocument/2006/relationships/slide" Target="slides/slide13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font" Target="fonts/font5.fntdata"/><Relationship Id="rId35" Type="http://schemas.openxmlformats.org/officeDocument/2006/relationships/font" Target="fonts/font6.fntdata"/><Relationship Id="rId36" Type="http://schemas.openxmlformats.org/officeDocument/2006/relationships/tags" Target="tags/tag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26FB1-9620-4E2A-8AEE-3F2B4925E39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F1493-4B60-4866-83CE-5FE9B29ADD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6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0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7.png"/><Relationship Id="rId4" Type="http://schemas.openxmlformats.org/officeDocument/2006/relationships/image" Target="../media/image28.svg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3.png"/><Relationship Id="rId4" Type="http://schemas.openxmlformats.org/officeDocument/2006/relationships/image" Target="../media/image34.svg"/><Relationship Id="rId5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tags" Target="../tags/tag36.xml"/><Relationship Id="rId3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77.xml"/><Relationship Id="rId2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tags" Target="../tags/tag81.xml"/><Relationship Id="rId2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>
            <a:extLst>
              <a:ext uri="{FF2B5EF4-FFF2-40B4-BE49-F238E27FC236}">
                <a16:creationId xmlns:a16="http://schemas.microsoft.com/office/drawing/2014/main" id="{8188E207-3F01-8FBA-B098-096C5C5A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99" y="533550"/>
            <a:ext cx="7326313" cy="3798888"/>
          </a:xfrm>
        </p:spPr>
        <p:txBody>
          <a:bodyPr anchor="b">
            <a:normAutofit/>
          </a:bodyPr>
          <a:lstStyle>
            <a:lvl1pPr algn="l">
              <a:defRPr sz="70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099" y="4570413"/>
            <a:ext cx="7326314" cy="1014412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3E82A-4EA7-B418-49CB-99B4744D6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700"/>
            <a:ext cx="514350" cy="5572125"/>
          </a:xfrm>
          <a:prstGeom prst="rect">
            <a:avLst/>
          </a:prstGeom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86139-D98D-28C7-0CE5-3A310989E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5"/>
            <a:ext cx="514350" cy="1273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03B41F8-E428-5439-CE54-F8F9EDA753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0099" y="5780881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E6EACB04-661F-1CC5-D21C-FD35762FF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098" y="6346388"/>
            <a:ext cx="3808413" cy="515937"/>
          </a:xfrm>
        </p:spPr>
        <p:txBody>
          <a:bodyPr anchor="ctr">
            <a:normAutofit/>
          </a:bodyPr>
          <a:lstStyle>
            <a:lvl1pPr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pic>
        <p:nvPicPr>
          <p:cNvPr id="14" name="Thomson Reuters logo" descr="Thomson Reuters logo&#10;">
            <a:extLst>
              <a:ext uri="{FF2B5EF4-FFF2-40B4-BE49-F238E27FC236}">
                <a16:creationId xmlns:a16="http://schemas.microsoft.com/office/drawing/2014/main" id="{337391CF-88D7-5552-DA11-2D97C78C19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9184176" y="5559423"/>
            <a:ext cx="2882908" cy="12731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917FA8-2081-2150-A010-2E398CAA1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51" r="37654"/>
          <a:stretch>
            <a:fillRect/>
          </a:stretch>
        </p:blipFill>
        <p:spPr>
          <a:xfrm>
            <a:off x="7341857" y="0"/>
            <a:ext cx="4850143" cy="48426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9756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>
            <a:extLst>
              <a:ext uri="{FF2B5EF4-FFF2-40B4-BE49-F238E27FC236}">
                <a16:creationId xmlns:a16="http://schemas.microsoft.com/office/drawing/2014/main" id="{8188E207-3F01-8FBA-B098-096C5C5A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523875"/>
            <a:ext cx="7165974" cy="3798888"/>
          </a:xfrm>
        </p:spPr>
        <p:txBody>
          <a:bodyPr anchor="b">
            <a:normAutofit/>
          </a:bodyPr>
          <a:lstStyle>
            <a:lvl1pPr algn="l">
              <a:defRPr sz="70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" y="4580295"/>
            <a:ext cx="7165974" cy="1014412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03B41F8-E428-5439-CE54-F8F9EDA753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0100" y="5786013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E6EACB04-661F-1CC5-D21C-FD35762FF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100" y="6346769"/>
            <a:ext cx="3808413" cy="515937"/>
          </a:xfrm>
        </p:spPr>
        <p:txBody>
          <a:bodyPr anchor="ctr">
            <a:normAutofit/>
          </a:bodyPr>
          <a:lstStyle>
            <a:lvl1pPr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3E82A-4EA7-B418-49CB-99B4744D6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350" cy="55848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86139-D98D-28C7-0CE5-3A310989E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5"/>
            <a:ext cx="514350" cy="1273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Thomson Reuters logo" descr="Thomson Reuters logo">
            <a:extLst>
              <a:ext uri="{FF2B5EF4-FFF2-40B4-BE49-F238E27FC236}">
                <a16:creationId xmlns:a16="http://schemas.microsoft.com/office/drawing/2014/main" id="{F3D92927-461F-097D-4104-0C068849DB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9184176" y="5559423"/>
            <a:ext cx="2882908" cy="12731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EB863D-73CB-E22B-92C0-681545323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36" r="38347"/>
          <a:stretch>
            <a:fillRect/>
          </a:stretch>
        </p:blipFill>
        <p:spPr>
          <a:xfrm>
            <a:off x="6858001" y="0"/>
            <a:ext cx="5334000" cy="51732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1274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>
            <a:extLst>
              <a:ext uri="{FF2B5EF4-FFF2-40B4-BE49-F238E27FC236}">
                <a16:creationId xmlns:a16="http://schemas.microsoft.com/office/drawing/2014/main" id="{8188E207-3F01-8FBA-B098-096C5C5A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3E82A-4EA7-B418-49CB-99B4744D6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700"/>
            <a:ext cx="514350" cy="55721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86139-D98D-28C7-0CE5-3A310989E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5"/>
            <a:ext cx="514350" cy="1273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06313D-6BD6-12D6-41BC-F8EE49E17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265" y="5570087"/>
            <a:ext cx="2883058" cy="12731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6F1DD8F-ADB5-D19D-2CF6-4C035EC8B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79" y="566245"/>
            <a:ext cx="7296534" cy="3798888"/>
          </a:xfrm>
        </p:spPr>
        <p:txBody>
          <a:bodyPr anchor="b">
            <a:normAutofit/>
          </a:bodyPr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5850F16-6DA2-30CF-B094-83B7A8569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78" y="4578132"/>
            <a:ext cx="7296533" cy="1014412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9227B35D-FB3C-DE9D-5FE9-B8A1E405D7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0100" y="5696798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77291CA-7C9A-0CEC-7A9C-EA0D9D5585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100" y="6342063"/>
            <a:ext cx="3808413" cy="515937"/>
          </a:xfrm>
        </p:spPr>
        <p:txBody>
          <a:bodyPr anchor="ctr">
            <a:normAutofit/>
          </a:bodyPr>
          <a:lstStyle>
            <a:lvl1pPr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pic>
        <p:nvPicPr>
          <p:cNvPr id="14" name="Picture 13" descr="Thomson Reuters logo">
            <a:extLst>
              <a:ext uri="{FF2B5EF4-FFF2-40B4-BE49-F238E27FC236}">
                <a16:creationId xmlns:a16="http://schemas.microsoft.com/office/drawing/2014/main" id="{A719816C-107C-9DF5-0A1D-9411F09F9E1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19" r="37424"/>
          <a:stretch>
            <a:fillRect/>
          </a:stretch>
        </p:blipFill>
        <p:spPr>
          <a:xfrm>
            <a:off x="7413084" y="12699"/>
            <a:ext cx="4778916" cy="45501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514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bg>
      <p:bgPr>
        <a:solidFill>
          <a:srgbClr val="FCF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>
            <a:extLst>
              <a:ext uri="{FF2B5EF4-FFF2-40B4-BE49-F238E27FC236}">
                <a16:creationId xmlns:a16="http://schemas.microsoft.com/office/drawing/2014/main" id="{8188E207-3F01-8FBA-B098-096C5C5A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79" y="566245"/>
            <a:ext cx="7296534" cy="3798888"/>
          </a:xfrm>
        </p:spPr>
        <p:txBody>
          <a:bodyPr anchor="b">
            <a:normAutofit/>
          </a:bodyPr>
          <a:lstStyle>
            <a:lvl1pPr algn="l"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78" y="4578132"/>
            <a:ext cx="7296533" cy="1014412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3E82A-4EA7-B418-49CB-99B4744D6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700"/>
            <a:ext cx="514350" cy="55721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86139-D98D-28C7-0CE5-3A310989E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5"/>
            <a:ext cx="514350" cy="1273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03B41F8-E428-5439-CE54-F8F9EDA753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0100" y="5696798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E6EACB04-661F-1CC5-D21C-FD35762FF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100" y="6342063"/>
            <a:ext cx="3808413" cy="515937"/>
          </a:xfrm>
        </p:spPr>
        <p:txBody>
          <a:bodyPr anchor="ctr">
            <a:normAutofit/>
          </a:bodyPr>
          <a:lstStyle>
            <a:lvl1pPr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pic>
        <p:nvPicPr>
          <p:cNvPr id="4" name="Thomson Reuters logo" descr="Thomson Reuters logo">
            <a:extLst>
              <a:ext uri="{FF2B5EF4-FFF2-40B4-BE49-F238E27FC236}">
                <a16:creationId xmlns:a16="http://schemas.microsoft.com/office/drawing/2014/main" id="{BC06313D-6BD6-12D6-41BC-F8EE49E179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265" y="5570087"/>
            <a:ext cx="2883058" cy="12731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A22146-6187-6D9B-E370-1AEA238B7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81" r="42152"/>
          <a:stretch>
            <a:fillRect/>
          </a:stretch>
        </p:blipFill>
        <p:spPr>
          <a:xfrm>
            <a:off x="7277100" y="0"/>
            <a:ext cx="4914900" cy="49355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2564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>
            <a:extLst>
              <a:ext uri="{FF2B5EF4-FFF2-40B4-BE49-F238E27FC236}">
                <a16:creationId xmlns:a16="http://schemas.microsoft.com/office/drawing/2014/main" id="{8188E207-3F01-8FBA-B098-096C5C5A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3E82A-4EA7-B418-49CB-99B4744D6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700"/>
            <a:ext cx="514350" cy="55721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86139-D98D-28C7-0CE5-3A310989E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5"/>
            <a:ext cx="514350" cy="1273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E79D46-8569-C10E-547B-AA99034B2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76" r="41730"/>
          <a:stretch>
            <a:fillRect/>
          </a:stretch>
        </p:blipFill>
        <p:spPr>
          <a:xfrm>
            <a:off x="7702625" y="0"/>
            <a:ext cx="4489375" cy="475278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6780BDB-9B21-E250-119B-83533F0B6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79" y="566245"/>
            <a:ext cx="7296534" cy="3798888"/>
          </a:xfrm>
        </p:spPr>
        <p:txBody>
          <a:bodyPr anchor="b">
            <a:normAutofit/>
          </a:bodyPr>
          <a:lstStyle>
            <a:lvl1pPr algn="l"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23CFBCA-6735-4211-9CEE-97094635F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78" y="4578132"/>
            <a:ext cx="7296533" cy="1014412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950DFD8-5A07-CAB5-CF40-44D98A4D19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0100" y="5696798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011AF47-3A3C-6508-C16F-EE14F03FEF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100" y="6342063"/>
            <a:ext cx="3808413" cy="515937"/>
          </a:xfrm>
        </p:spPr>
        <p:txBody>
          <a:bodyPr anchor="ctr">
            <a:normAutofit/>
          </a:bodyPr>
          <a:lstStyle>
            <a:lvl1pPr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pic>
        <p:nvPicPr>
          <p:cNvPr id="4" name="Picture 3" descr="Thomson Reuters logo">
            <a:extLst>
              <a:ext uri="{FF2B5EF4-FFF2-40B4-BE49-F238E27FC236}">
                <a16:creationId xmlns:a16="http://schemas.microsoft.com/office/drawing/2014/main" id="{BC06313D-6BD6-12D6-41BC-F8EE49E179D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265" y="5570087"/>
            <a:ext cx="2883058" cy="12731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0570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>
            <a:extLst>
              <a:ext uri="{FF2B5EF4-FFF2-40B4-BE49-F238E27FC236}">
                <a16:creationId xmlns:a16="http://schemas.microsoft.com/office/drawing/2014/main" id="{8188E207-3F01-8FBA-B098-096C5C5A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3E82A-4EA7-B418-49CB-99B4744D6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700"/>
            <a:ext cx="514350" cy="55721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86139-D98D-28C7-0CE5-3A310989E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5"/>
            <a:ext cx="514350" cy="1273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9963B1-1805-52AE-B7C4-23342EE8B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86" r="40324"/>
          <a:stretch>
            <a:fillRect/>
          </a:stretch>
        </p:blipFill>
        <p:spPr>
          <a:xfrm>
            <a:off x="7670801" y="0"/>
            <a:ext cx="4521199" cy="4572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6025C52-A07A-B93A-48FE-65B3479092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79" y="566245"/>
            <a:ext cx="7296534" cy="3798888"/>
          </a:xfrm>
        </p:spPr>
        <p:txBody>
          <a:bodyPr anchor="b">
            <a:normAutofit/>
          </a:bodyPr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700BBCF-49B3-E2AC-A7BF-D0770545E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78" y="4578132"/>
            <a:ext cx="7296533" cy="1014412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223C2D47-C257-C311-6C8B-4FA3593A60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0100" y="5696798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90FB594-7285-B749-777B-C2716DC1C1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100" y="6342063"/>
            <a:ext cx="3808413" cy="515937"/>
          </a:xfrm>
        </p:spPr>
        <p:txBody>
          <a:bodyPr anchor="ctr">
            <a:normAutofit/>
          </a:bodyPr>
          <a:lstStyle>
            <a:lvl1pPr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pic>
        <p:nvPicPr>
          <p:cNvPr id="4" name="Picture 3" descr="Thomson Reuters logo">
            <a:extLst>
              <a:ext uri="{FF2B5EF4-FFF2-40B4-BE49-F238E27FC236}">
                <a16:creationId xmlns:a16="http://schemas.microsoft.com/office/drawing/2014/main" id="{BC06313D-6BD6-12D6-41BC-F8EE49E179D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265" y="5570087"/>
            <a:ext cx="2883058" cy="12731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863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7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>
            <a:extLst>
              <a:ext uri="{FF2B5EF4-FFF2-40B4-BE49-F238E27FC236}">
                <a16:creationId xmlns:a16="http://schemas.microsoft.com/office/drawing/2014/main" id="{8188E207-3F01-8FBA-B098-096C5C5A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3E82A-4EA7-B418-49CB-99B4744D6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700"/>
            <a:ext cx="514350" cy="55721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86139-D98D-28C7-0CE5-3A310989E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5"/>
            <a:ext cx="514350" cy="1273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DE3597-9E94-DFFD-9E7E-C9F33245E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954" r="39128"/>
          <a:stretch>
            <a:fillRect/>
          </a:stretch>
        </p:blipFill>
        <p:spPr>
          <a:xfrm>
            <a:off x="6814476" y="-1"/>
            <a:ext cx="5377524" cy="503951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A986960-C57F-A131-5DF9-26A610CB5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79" y="566245"/>
            <a:ext cx="7296534" cy="3798888"/>
          </a:xfrm>
        </p:spPr>
        <p:txBody>
          <a:bodyPr anchor="b">
            <a:normAutofit/>
          </a:bodyPr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671B531-D205-54C5-E483-2C367E514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78" y="4578132"/>
            <a:ext cx="7296533" cy="1014412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4A2578D-251C-8F5B-A87D-DC01F81F73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0100" y="5696798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AC3A1BF-8422-7DC7-6A39-E2F7D6490E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100" y="6342063"/>
            <a:ext cx="3808413" cy="515937"/>
          </a:xfrm>
        </p:spPr>
        <p:txBody>
          <a:bodyPr anchor="ctr">
            <a:normAutofit/>
          </a:bodyPr>
          <a:lstStyle>
            <a:lvl1pPr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pic>
        <p:nvPicPr>
          <p:cNvPr id="4" name="Picture 3" descr="Thomson Reuters logo">
            <a:extLst>
              <a:ext uri="{FF2B5EF4-FFF2-40B4-BE49-F238E27FC236}">
                <a16:creationId xmlns:a16="http://schemas.microsoft.com/office/drawing/2014/main" id="{BC06313D-6BD6-12D6-41BC-F8EE49E179D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265" y="5570087"/>
            <a:ext cx="2883058" cy="12731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6361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8">
    <p:bg>
      <p:bgPr>
        <a:solidFill>
          <a:srgbClr val="E1F4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>
            <a:extLst>
              <a:ext uri="{FF2B5EF4-FFF2-40B4-BE49-F238E27FC236}">
                <a16:creationId xmlns:a16="http://schemas.microsoft.com/office/drawing/2014/main" id="{8188E207-3F01-8FBA-B098-096C5C5A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23E82A-4EA7-B418-49CB-99B4744D6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700"/>
            <a:ext cx="514350" cy="5572125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586139-D98D-28C7-0CE5-3A310989E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5"/>
            <a:ext cx="514350" cy="1273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E98DB4-0830-D034-740F-E2E587676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88" r="38087"/>
          <a:stretch>
            <a:fillRect/>
          </a:stretch>
        </p:blipFill>
        <p:spPr>
          <a:xfrm>
            <a:off x="7200464" y="-1"/>
            <a:ext cx="4991536" cy="483824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4971466-81D4-F8E9-B0B9-B5F4EF839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79" y="566245"/>
            <a:ext cx="7296534" cy="3798888"/>
          </a:xfrm>
        </p:spPr>
        <p:txBody>
          <a:bodyPr anchor="b">
            <a:normAutofit/>
          </a:bodyPr>
          <a:lstStyle>
            <a:lvl1pPr algn="l">
              <a:defRPr sz="70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105CA2C-C7A9-6966-AD7A-4CB666049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78" y="4578132"/>
            <a:ext cx="7296533" cy="1014412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FEF8E6-8800-FF8A-63D6-3EDE48AFAE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0100" y="5696798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D0538D05-B08C-2712-F88B-311EEBF391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0100" y="6342063"/>
            <a:ext cx="3808413" cy="515937"/>
          </a:xfrm>
        </p:spPr>
        <p:txBody>
          <a:bodyPr anchor="ctr">
            <a:normAutofit/>
          </a:bodyPr>
          <a:lstStyle>
            <a:lvl1pPr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pic>
        <p:nvPicPr>
          <p:cNvPr id="4" name="Picture 3" descr="Thomson Reuters logo">
            <a:extLst>
              <a:ext uri="{FF2B5EF4-FFF2-40B4-BE49-F238E27FC236}">
                <a16:creationId xmlns:a16="http://schemas.microsoft.com/office/drawing/2014/main" id="{BC06313D-6BD6-12D6-41BC-F8EE49E179D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0265" y="5570087"/>
            <a:ext cx="2883058" cy="12731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7686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5031C4-4EA3-D482-EEA2-673E2DF6F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7870825" cy="5584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ECD9F3-2E85-7233-FC63-85996429C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69238" y="5584824"/>
            <a:ext cx="4322762" cy="1273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3A37DD-99FC-5542-D277-B5D2E84C7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4"/>
            <a:ext cx="7869238" cy="12731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9189B95-14EC-C03D-D16C-B70945C27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535178"/>
            <a:ext cx="7143750" cy="3909822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4E58885-A8C1-1A2D-2D02-9C6FCC56C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4628091"/>
            <a:ext cx="7143750" cy="69955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B9003BA-3362-4DA4-9747-0658942CDA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5734050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E7722B-0535-A5DE-C34F-32649AF706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350" y="6113461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E4490169-F67F-328F-FD8A-3F28ECDD41A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238" y="12699"/>
            <a:ext cx="4322762" cy="5572125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1" name="Thomson Reuters logo" descr="Thomson Reuters logo">
            <a:extLst>
              <a:ext uri="{FF2B5EF4-FFF2-40B4-BE49-F238E27FC236}">
                <a16:creationId xmlns:a16="http://schemas.microsoft.com/office/drawing/2014/main" id="{20EFEE9F-9057-8A04-28CB-AE4473D19C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090" y="5559423"/>
            <a:ext cx="2883058" cy="12731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9734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FD1744-A0CE-9E29-1ADE-5658A2805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7870825" cy="5584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54A09F-2434-61D0-4CB4-9CE6481D2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69238" y="5584824"/>
            <a:ext cx="4322762" cy="1273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535178"/>
            <a:ext cx="7143750" cy="3909822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4628091"/>
            <a:ext cx="7143750" cy="69955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B79DF-023C-099E-5200-0F8906F6A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584824"/>
            <a:ext cx="7869238" cy="1273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Thomson Reuters logo" descr="Thomson Reuters logo">
            <a:extLst>
              <a:ext uri="{FF2B5EF4-FFF2-40B4-BE49-F238E27FC236}">
                <a16:creationId xmlns:a16="http://schemas.microsoft.com/office/drawing/2014/main" id="{8FB9AFE8-0102-1954-1EF1-94F52C7885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8589165" y="5559423"/>
            <a:ext cx="2882908" cy="1273175"/>
          </a:xfrm>
          <a:prstGeom prst="rect">
            <a:avLst/>
          </a:prstGeom>
        </p:spPr>
      </p:pic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B5496D20-B229-57C2-E0EF-22B32217B9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238" y="12699"/>
            <a:ext cx="4322762" cy="5572125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B824BB4-73CB-D916-A832-C49B39FB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5734050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2728648-6C60-B0FE-25AA-B40654BAB8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350" y="6113461"/>
            <a:ext cx="3808413" cy="365125"/>
          </a:xfrm>
        </p:spPr>
        <p:txBody>
          <a:bodyPr>
            <a:normAutofit/>
          </a:bodyPr>
          <a:lstStyle>
            <a:lvl1pPr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7602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21C3B3-8321-FF2C-6B4F-786ACC185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938044"/>
            <a:ext cx="12192000" cy="26156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AB7E0CC-448B-AE1C-020F-6396F3BFF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763080" y="4063522"/>
            <a:ext cx="4557080" cy="4557081"/>
            <a:chOff x="-2608537" y="3306941"/>
            <a:chExt cx="5768617" cy="57686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FC17A54-053E-460A-399F-8AC127D72968}"/>
                </a:ext>
              </a:extLst>
            </p:cNvPr>
            <p:cNvSpPr/>
            <p:nvPr userDrawn="1"/>
          </p:nvSpPr>
          <p:spPr>
            <a:xfrm>
              <a:off x="-580551" y="5805720"/>
              <a:ext cx="2245482" cy="3094616"/>
            </a:xfrm>
            <a:custGeom>
              <a:avLst/>
              <a:gdLst>
                <a:gd name="connsiteX0" fmla="*/ 1681260 w 2245482"/>
                <a:gd name="connsiteY0" fmla="*/ 0 h 3094616"/>
                <a:gd name="connsiteX1" fmla="*/ 1966151 w 2245482"/>
                <a:gd name="connsiteY1" fmla="*/ 3072293 h 3094616"/>
                <a:gd name="connsiteX2" fmla="*/ 0 w 2245482"/>
                <a:gd name="connsiteY2" fmla="*/ 694309 h 3094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5482" h="3094616">
                  <a:moveTo>
                    <a:pt x="1681260" y="0"/>
                  </a:moveTo>
                  <a:cubicBezTo>
                    <a:pt x="2302886" y="1505015"/>
                    <a:pt x="2430337" y="2880545"/>
                    <a:pt x="1966151" y="3072293"/>
                  </a:cubicBezTo>
                  <a:cubicBezTo>
                    <a:pt x="1501838" y="3264042"/>
                    <a:pt x="621625" y="2199324"/>
                    <a:pt x="0" y="694309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C510D97-2B33-C00E-734C-C0B31FE123DA}"/>
                </a:ext>
              </a:extLst>
            </p:cNvPr>
            <p:cNvSpPr/>
            <p:nvPr userDrawn="1"/>
          </p:nvSpPr>
          <p:spPr>
            <a:xfrm>
              <a:off x="-700482" y="6030634"/>
              <a:ext cx="1883405" cy="3044925"/>
            </a:xfrm>
            <a:custGeom>
              <a:avLst/>
              <a:gdLst>
                <a:gd name="connsiteX0" fmla="*/ 1883405 w 1883405"/>
                <a:gd name="connsiteY0" fmla="*/ 239272 h 3044925"/>
                <a:gd name="connsiteX1" fmla="*/ 593901 w 1883405"/>
                <a:gd name="connsiteY1" fmla="*/ 3042432 h 3044925"/>
                <a:gd name="connsiteX2" fmla="*/ 80158 w 1883405"/>
                <a:gd name="connsiteY2" fmla="*/ 0 h 304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83405" h="3044925">
                  <a:moveTo>
                    <a:pt x="1883405" y="239272"/>
                  </a:moveTo>
                  <a:cubicBezTo>
                    <a:pt x="1669165" y="1853440"/>
                    <a:pt x="1091888" y="3108508"/>
                    <a:pt x="593901" y="3042432"/>
                  </a:cubicBezTo>
                  <a:cubicBezTo>
                    <a:pt x="95915" y="2976356"/>
                    <a:pt x="-134082" y="1614168"/>
                    <a:pt x="80158" y="0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EFEE021-9035-E22C-3598-9EC56506BA23}"/>
                </a:ext>
              </a:extLst>
            </p:cNvPr>
            <p:cNvSpPr/>
            <p:nvPr userDrawn="1"/>
          </p:nvSpPr>
          <p:spPr>
            <a:xfrm>
              <a:off x="-1635964" y="5604060"/>
              <a:ext cx="2658017" cy="2957141"/>
            </a:xfrm>
            <a:custGeom>
              <a:avLst/>
              <a:gdLst>
                <a:gd name="connsiteX0" fmla="*/ 2658017 w 2658017"/>
                <a:gd name="connsiteY0" fmla="*/ 1108938 h 2957141"/>
                <a:gd name="connsiteX1" fmla="*/ 139748 w 2658017"/>
                <a:gd name="connsiteY1" fmla="*/ 2891727 h 2957141"/>
                <a:gd name="connsiteX2" fmla="*/ 1216029 w 2658017"/>
                <a:gd name="connsiteY2" fmla="*/ 0 h 2957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58017" h="2957141">
                  <a:moveTo>
                    <a:pt x="2658017" y="1108938"/>
                  </a:moveTo>
                  <a:cubicBezTo>
                    <a:pt x="1665348" y="2399713"/>
                    <a:pt x="537858" y="3197965"/>
                    <a:pt x="139748" y="2891727"/>
                  </a:cubicBezTo>
                  <a:cubicBezTo>
                    <a:pt x="-258489" y="2585489"/>
                    <a:pt x="223487" y="1290902"/>
                    <a:pt x="1216029" y="0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4E814D9-6E0A-3F63-38FF-CAB0F641B965}"/>
                </a:ext>
              </a:extLst>
            </p:cNvPr>
            <p:cNvSpPr/>
            <p:nvPr userDrawn="1"/>
          </p:nvSpPr>
          <p:spPr>
            <a:xfrm>
              <a:off x="-2433315" y="5334927"/>
              <a:ext cx="3094616" cy="2245482"/>
            </a:xfrm>
            <a:custGeom>
              <a:avLst/>
              <a:gdLst>
                <a:gd name="connsiteX0" fmla="*/ 3094617 w 3094616"/>
                <a:gd name="connsiteY0" fmla="*/ 1681260 h 2245482"/>
                <a:gd name="connsiteX1" fmla="*/ 22324 w 3094616"/>
                <a:gd name="connsiteY1" fmla="*/ 1966151 h 2245482"/>
                <a:gd name="connsiteX2" fmla="*/ 2400308 w 3094616"/>
                <a:gd name="connsiteY2" fmla="*/ 0 h 2245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94616" h="2245482">
                  <a:moveTo>
                    <a:pt x="3094617" y="1681260"/>
                  </a:moveTo>
                  <a:cubicBezTo>
                    <a:pt x="1589602" y="2302886"/>
                    <a:pt x="214072" y="2430337"/>
                    <a:pt x="22324" y="1966151"/>
                  </a:cubicBezTo>
                  <a:cubicBezTo>
                    <a:pt x="-169425" y="1501838"/>
                    <a:pt x="895293" y="621625"/>
                    <a:pt x="2400308" y="0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942A42A-C193-4678-28F7-C4A83E7FB164}"/>
                </a:ext>
              </a:extLst>
            </p:cNvPr>
            <p:cNvSpPr/>
            <p:nvPr userDrawn="1"/>
          </p:nvSpPr>
          <p:spPr>
            <a:xfrm>
              <a:off x="-2608537" y="5215123"/>
              <a:ext cx="3044925" cy="1883404"/>
            </a:xfrm>
            <a:custGeom>
              <a:avLst/>
              <a:gdLst>
                <a:gd name="connsiteX0" fmla="*/ 2805653 w 3044925"/>
                <a:gd name="connsiteY0" fmla="*/ 1883405 h 1883404"/>
                <a:gd name="connsiteX1" fmla="*/ 2494 w 3044925"/>
                <a:gd name="connsiteY1" fmla="*/ 593901 h 1883404"/>
                <a:gd name="connsiteX2" fmla="*/ 3044926 w 3044925"/>
                <a:gd name="connsiteY2" fmla="*/ 80158 h 1883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4925" h="1883404">
                  <a:moveTo>
                    <a:pt x="2805653" y="1883405"/>
                  </a:moveTo>
                  <a:cubicBezTo>
                    <a:pt x="1191486" y="1669166"/>
                    <a:pt x="-63582" y="1091760"/>
                    <a:pt x="2494" y="593901"/>
                  </a:cubicBezTo>
                  <a:cubicBezTo>
                    <a:pt x="68570" y="95914"/>
                    <a:pt x="1430758" y="-134082"/>
                    <a:pt x="3044926" y="80158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B4B273-2467-F948-AAD0-40B970641953}"/>
                </a:ext>
              </a:extLst>
            </p:cNvPr>
            <p:cNvSpPr/>
            <p:nvPr userDrawn="1"/>
          </p:nvSpPr>
          <p:spPr>
            <a:xfrm>
              <a:off x="-2094180" y="4279514"/>
              <a:ext cx="2957141" cy="2658143"/>
            </a:xfrm>
            <a:custGeom>
              <a:avLst/>
              <a:gdLst>
                <a:gd name="connsiteX0" fmla="*/ 1848204 w 2957141"/>
                <a:gd name="connsiteY0" fmla="*/ 2658144 h 2658143"/>
                <a:gd name="connsiteX1" fmla="*/ 65415 w 2957141"/>
                <a:gd name="connsiteY1" fmla="*/ 139748 h 2658143"/>
                <a:gd name="connsiteX2" fmla="*/ 2957142 w 2957141"/>
                <a:gd name="connsiteY2" fmla="*/ 1216029 h 2658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7141" h="2658143">
                  <a:moveTo>
                    <a:pt x="1848204" y="2658144"/>
                  </a:moveTo>
                  <a:cubicBezTo>
                    <a:pt x="557429" y="1665475"/>
                    <a:pt x="-240824" y="537985"/>
                    <a:pt x="65415" y="139748"/>
                  </a:cubicBezTo>
                  <a:cubicBezTo>
                    <a:pt x="371653" y="-258489"/>
                    <a:pt x="1666240" y="223487"/>
                    <a:pt x="2957142" y="1216029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4B480DA-2739-2E2D-62E9-0697D938E7E3}"/>
                </a:ext>
              </a:extLst>
            </p:cNvPr>
            <p:cNvSpPr/>
            <p:nvPr userDrawn="1"/>
          </p:nvSpPr>
          <p:spPr>
            <a:xfrm>
              <a:off x="-1113514" y="3482163"/>
              <a:ext cx="2245482" cy="3094616"/>
            </a:xfrm>
            <a:custGeom>
              <a:avLst/>
              <a:gdLst>
                <a:gd name="connsiteX0" fmla="*/ 564222 w 2245482"/>
                <a:gd name="connsiteY0" fmla="*/ 3094617 h 3094616"/>
                <a:gd name="connsiteX1" fmla="*/ 279332 w 2245482"/>
                <a:gd name="connsiteY1" fmla="*/ 22324 h 3094616"/>
                <a:gd name="connsiteX2" fmla="*/ 2245483 w 2245482"/>
                <a:gd name="connsiteY2" fmla="*/ 2400308 h 3094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5482" h="3094616">
                  <a:moveTo>
                    <a:pt x="564222" y="3094617"/>
                  </a:moveTo>
                  <a:cubicBezTo>
                    <a:pt x="-57403" y="1589602"/>
                    <a:pt x="-184854" y="214072"/>
                    <a:pt x="279332" y="22324"/>
                  </a:cubicBezTo>
                  <a:cubicBezTo>
                    <a:pt x="743645" y="-169425"/>
                    <a:pt x="1623857" y="895293"/>
                    <a:pt x="2245483" y="2400308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7CDE2F4-C3E7-9C23-3663-413700DDFBFD}"/>
                </a:ext>
              </a:extLst>
            </p:cNvPr>
            <p:cNvSpPr/>
            <p:nvPr userDrawn="1"/>
          </p:nvSpPr>
          <p:spPr>
            <a:xfrm>
              <a:off x="-631506" y="3306941"/>
              <a:ext cx="1883404" cy="3044925"/>
            </a:xfrm>
            <a:custGeom>
              <a:avLst/>
              <a:gdLst>
                <a:gd name="connsiteX0" fmla="*/ 0 w 1883404"/>
                <a:gd name="connsiteY0" fmla="*/ 2805653 h 3044925"/>
                <a:gd name="connsiteX1" fmla="*/ 1289504 w 1883404"/>
                <a:gd name="connsiteY1" fmla="*/ 2494 h 3044925"/>
                <a:gd name="connsiteX2" fmla="*/ 1803247 w 1883404"/>
                <a:gd name="connsiteY2" fmla="*/ 3044926 h 304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83404" h="3044925">
                  <a:moveTo>
                    <a:pt x="0" y="2805653"/>
                  </a:moveTo>
                  <a:cubicBezTo>
                    <a:pt x="214240" y="1191486"/>
                    <a:pt x="791645" y="-63582"/>
                    <a:pt x="1289504" y="2494"/>
                  </a:cubicBezTo>
                  <a:cubicBezTo>
                    <a:pt x="1787490" y="68570"/>
                    <a:pt x="2017487" y="1430758"/>
                    <a:pt x="1803247" y="3044926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5D38B1A-8791-B0DC-BE98-19A2D4E4338D}"/>
                </a:ext>
              </a:extLst>
            </p:cNvPr>
            <p:cNvSpPr/>
            <p:nvPr userDrawn="1"/>
          </p:nvSpPr>
          <p:spPr>
            <a:xfrm>
              <a:off x="-470636" y="3821298"/>
              <a:ext cx="2658144" cy="2957141"/>
            </a:xfrm>
            <a:custGeom>
              <a:avLst/>
              <a:gdLst>
                <a:gd name="connsiteX0" fmla="*/ 0 w 2658144"/>
                <a:gd name="connsiteY0" fmla="*/ 1848204 h 2957141"/>
                <a:gd name="connsiteX1" fmla="*/ 2518396 w 2658144"/>
                <a:gd name="connsiteY1" fmla="*/ 65415 h 2957141"/>
                <a:gd name="connsiteX2" fmla="*/ 1442115 w 2658144"/>
                <a:gd name="connsiteY2" fmla="*/ 2957142 h 2957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58144" h="2957141">
                  <a:moveTo>
                    <a:pt x="0" y="1848204"/>
                  </a:moveTo>
                  <a:cubicBezTo>
                    <a:pt x="992669" y="557429"/>
                    <a:pt x="2120159" y="-240824"/>
                    <a:pt x="2518396" y="65415"/>
                  </a:cubicBezTo>
                  <a:cubicBezTo>
                    <a:pt x="2916633" y="371653"/>
                    <a:pt x="2434657" y="1666240"/>
                    <a:pt x="1442115" y="2957142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3FD344B-2525-703D-18CB-EB2262047D6D}"/>
                </a:ext>
              </a:extLst>
            </p:cNvPr>
            <p:cNvSpPr/>
            <p:nvPr userDrawn="1"/>
          </p:nvSpPr>
          <p:spPr>
            <a:xfrm>
              <a:off x="-109758" y="4802091"/>
              <a:ext cx="3094616" cy="2245482"/>
            </a:xfrm>
            <a:custGeom>
              <a:avLst/>
              <a:gdLst>
                <a:gd name="connsiteX0" fmla="*/ 0 w 3094616"/>
                <a:gd name="connsiteY0" fmla="*/ 564222 h 2245482"/>
                <a:gd name="connsiteX1" fmla="*/ 3072293 w 3094616"/>
                <a:gd name="connsiteY1" fmla="*/ 279332 h 2245482"/>
                <a:gd name="connsiteX2" fmla="*/ 694309 w 3094616"/>
                <a:gd name="connsiteY2" fmla="*/ 2245483 h 2245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94616" h="2245482">
                  <a:moveTo>
                    <a:pt x="0" y="564222"/>
                  </a:moveTo>
                  <a:cubicBezTo>
                    <a:pt x="1505015" y="-57403"/>
                    <a:pt x="2880545" y="-184854"/>
                    <a:pt x="3072293" y="279332"/>
                  </a:cubicBezTo>
                  <a:cubicBezTo>
                    <a:pt x="3264042" y="743645"/>
                    <a:pt x="2199324" y="1623857"/>
                    <a:pt x="694309" y="2245483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01B111A-FF15-347A-5BAA-86C95337D007}"/>
                </a:ext>
              </a:extLst>
            </p:cNvPr>
            <p:cNvSpPr/>
            <p:nvPr userDrawn="1"/>
          </p:nvSpPr>
          <p:spPr>
            <a:xfrm>
              <a:off x="115155" y="5283972"/>
              <a:ext cx="3044925" cy="1883404"/>
            </a:xfrm>
            <a:custGeom>
              <a:avLst/>
              <a:gdLst>
                <a:gd name="connsiteX0" fmla="*/ 239272 w 3044925"/>
                <a:gd name="connsiteY0" fmla="*/ 0 h 1883404"/>
                <a:gd name="connsiteX1" fmla="*/ 3042432 w 3044925"/>
                <a:gd name="connsiteY1" fmla="*/ 1289504 h 1883404"/>
                <a:gd name="connsiteX2" fmla="*/ 0 w 3044925"/>
                <a:gd name="connsiteY2" fmla="*/ 1803247 h 1883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4925" h="1883404">
                  <a:moveTo>
                    <a:pt x="239272" y="0"/>
                  </a:moveTo>
                  <a:cubicBezTo>
                    <a:pt x="1853440" y="214240"/>
                    <a:pt x="3108508" y="791518"/>
                    <a:pt x="3042432" y="1289504"/>
                  </a:cubicBezTo>
                  <a:cubicBezTo>
                    <a:pt x="2976356" y="1787490"/>
                    <a:pt x="1614168" y="2017487"/>
                    <a:pt x="0" y="1803247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A47D330-4816-86CC-9C28-C1968B259255}"/>
                </a:ext>
              </a:extLst>
            </p:cNvPr>
            <p:cNvSpPr/>
            <p:nvPr userDrawn="1"/>
          </p:nvSpPr>
          <p:spPr>
            <a:xfrm>
              <a:off x="-311418" y="5444842"/>
              <a:ext cx="2957141" cy="2658017"/>
            </a:xfrm>
            <a:custGeom>
              <a:avLst/>
              <a:gdLst>
                <a:gd name="connsiteX0" fmla="*/ 1108938 w 2957141"/>
                <a:gd name="connsiteY0" fmla="*/ 0 h 2658017"/>
                <a:gd name="connsiteX1" fmla="*/ 2891727 w 2957141"/>
                <a:gd name="connsiteY1" fmla="*/ 2518269 h 2658017"/>
                <a:gd name="connsiteX2" fmla="*/ 0 w 2957141"/>
                <a:gd name="connsiteY2" fmla="*/ 1441988 h 2658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7141" h="2658017">
                  <a:moveTo>
                    <a:pt x="1108938" y="0"/>
                  </a:moveTo>
                  <a:cubicBezTo>
                    <a:pt x="2399713" y="992669"/>
                    <a:pt x="3197965" y="2120159"/>
                    <a:pt x="2891727" y="2518269"/>
                  </a:cubicBezTo>
                  <a:cubicBezTo>
                    <a:pt x="2585489" y="2916506"/>
                    <a:pt x="1290902" y="2434530"/>
                    <a:pt x="0" y="1441988"/>
                  </a:cubicBezTo>
                </a:path>
              </a:pathLst>
            </a:custGeom>
            <a:noFill/>
            <a:ln w="28575" cap="flat">
              <a:solidFill>
                <a:srgbClr val="4DB2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3E4A5D7-A326-C9B4-1CA4-8BB6C2EE3A12}"/>
                </a:ext>
              </a:extLst>
            </p:cNvPr>
            <p:cNvSpPr/>
            <p:nvPr userDrawn="1"/>
          </p:nvSpPr>
          <p:spPr>
            <a:xfrm>
              <a:off x="-1249575" y="7456102"/>
              <a:ext cx="254511" cy="254511"/>
            </a:xfrm>
            <a:custGeom>
              <a:avLst/>
              <a:gdLst>
                <a:gd name="connsiteX0" fmla="*/ 165191 w 165190"/>
                <a:gd name="connsiteY0" fmla="*/ 82595 h 165190"/>
                <a:gd name="connsiteX1" fmla="*/ 82595 w 165190"/>
                <a:gd name="connsiteY1" fmla="*/ 165191 h 165190"/>
                <a:gd name="connsiteX2" fmla="*/ 0 w 165190"/>
                <a:gd name="connsiteY2" fmla="*/ 82595 h 165190"/>
                <a:gd name="connsiteX3" fmla="*/ 82595 w 165190"/>
                <a:gd name="connsiteY3" fmla="*/ 0 h 165190"/>
                <a:gd name="connsiteX4" fmla="*/ 165191 w 165190"/>
                <a:gd name="connsiteY4" fmla="*/ 82595 h 165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90" h="165190">
                  <a:moveTo>
                    <a:pt x="165191" y="82595"/>
                  </a:moveTo>
                  <a:cubicBezTo>
                    <a:pt x="165191" y="128212"/>
                    <a:pt x="128212" y="165191"/>
                    <a:pt x="82595" y="165191"/>
                  </a:cubicBezTo>
                  <a:cubicBezTo>
                    <a:pt x="36979" y="165191"/>
                    <a:pt x="0" y="128212"/>
                    <a:pt x="0" y="82595"/>
                  </a:cubicBezTo>
                  <a:cubicBezTo>
                    <a:pt x="0" y="36979"/>
                    <a:pt x="36979" y="0"/>
                    <a:pt x="82595" y="0"/>
                  </a:cubicBezTo>
                  <a:cubicBezTo>
                    <a:pt x="128212" y="0"/>
                    <a:pt x="165191" y="36979"/>
                    <a:pt x="165191" y="82595"/>
                  </a:cubicBezTo>
                  <a:close/>
                </a:path>
              </a:pathLst>
            </a:custGeom>
            <a:solidFill>
              <a:srgbClr val="4DB299"/>
            </a:soli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75C75FE-0854-B30D-C041-EB961A45B8EC}"/>
                </a:ext>
              </a:extLst>
            </p:cNvPr>
            <p:cNvSpPr/>
            <p:nvPr userDrawn="1"/>
          </p:nvSpPr>
          <p:spPr>
            <a:xfrm>
              <a:off x="1752742" y="5223124"/>
              <a:ext cx="254511" cy="254511"/>
            </a:xfrm>
            <a:custGeom>
              <a:avLst/>
              <a:gdLst>
                <a:gd name="connsiteX0" fmla="*/ 165191 w 165190"/>
                <a:gd name="connsiteY0" fmla="*/ 82595 h 165190"/>
                <a:gd name="connsiteX1" fmla="*/ 82595 w 165190"/>
                <a:gd name="connsiteY1" fmla="*/ 165191 h 165190"/>
                <a:gd name="connsiteX2" fmla="*/ 0 w 165190"/>
                <a:gd name="connsiteY2" fmla="*/ 82595 h 165190"/>
                <a:gd name="connsiteX3" fmla="*/ 82595 w 165190"/>
                <a:gd name="connsiteY3" fmla="*/ 0 h 165190"/>
                <a:gd name="connsiteX4" fmla="*/ 165191 w 165190"/>
                <a:gd name="connsiteY4" fmla="*/ 82595 h 165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90" h="165190">
                  <a:moveTo>
                    <a:pt x="165191" y="82595"/>
                  </a:moveTo>
                  <a:cubicBezTo>
                    <a:pt x="165191" y="128211"/>
                    <a:pt x="128212" y="165191"/>
                    <a:pt x="82595" y="165191"/>
                  </a:cubicBezTo>
                  <a:cubicBezTo>
                    <a:pt x="36979" y="165191"/>
                    <a:pt x="0" y="128211"/>
                    <a:pt x="0" y="82595"/>
                  </a:cubicBezTo>
                  <a:cubicBezTo>
                    <a:pt x="0" y="36979"/>
                    <a:pt x="36979" y="0"/>
                    <a:pt x="82595" y="0"/>
                  </a:cubicBezTo>
                  <a:cubicBezTo>
                    <a:pt x="128212" y="0"/>
                    <a:pt x="165191" y="36979"/>
                    <a:pt x="165191" y="82595"/>
                  </a:cubicBezTo>
                  <a:close/>
                </a:path>
              </a:pathLst>
            </a:custGeom>
            <a:solidFill>
              <a:srgbClr val="4DB299"/>
            </a:soli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1417768-EEFC-3FA7-DF96-BD3107122378}"/>
                </a:ext>
              </a:extLst>
            </p:cNvPr>
            <p:cNvSpPr/>
            <p:nvPr userDrawn="1"/>
          </p:nvSpPr>
          <p:spPr>
            <a:xfrm>
              <a:off x="-139746" y="3815734"/>
              <a:ext cx="254902" cy="254902"/>
            </a:xfrm>
            <a:custGeom>
              <a:avLst/>
              <a:gdLst>
                <a:gd name="connsiteX0" fmla="*/ 165445 w 165444"/>
                <a:gd name="connsiteY0" fmla="*/ 82722 h 165444"/>
                <a:gd name="connsiteX1" fmla="*/ 82723 w 165444"/>
                <a:gd name="connsiteY1" fmla="*/ 165445 h 165444"/>
                <a:gd name="connsiteX2" fmla="*/ 0 w 165444"/>
                <a:gd name="connsiteY2" fmla="*/ 82722 h 165444"/>
                <a:gd name="connsiteX3" fmla="*/ 82723 w 165444"/>
                <a:gd name="connsiteY3" fmla="*/ 0 h 165444"/>
                <a:gd name="connsiteX4" fmla="*/ 165445 w 165444"/>
                <a:gd name="connsiteY4" fmla="*/ 82722 h 16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444" h="165444">
                  <a:moveTo>
                    <a:pt x="165445" y="82722"/>
                  </a:moveTo>
                  <a:cubicBezTo>
                    <a:pt x="165445" y="128409"/>
                    <a:pt x="128409" y="165445"/>
                    <a:pt x="82723" y="165445"/>
                  </a:cubicBezTo>
                  <a:cubicBezTo>
                    <a:pt x="37036" y="165445"/>
                    <a:pt x="0" y="128409"/>
                    <a:pt x="0" y="82722"/>
                  </a:cubicBezTo>
                  <a:cubicBezTo>
                    <a:pt x="0" y="37036"/>
                    <a:pt x="37036" y="0"/>
                    <a:pt x="82723" y="0"/>
                  </a:cubicBezTo>
                  <a:cubicBezTo>
                    <a:pt x="128409" y="0"/>
                    <a:pt x="165445" y="37036"/>
                    <a:pt x="165445" y="82722"/>
                  </a:cubicBezTo>
                  <a:close/>
                </a:path>
              </a:pathLst>
            </a:custGeom>
            <a:solidFill>
              <a:srgbClr val="4DB299"/>
            </a:soli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2BB92AF-C63B-D31D-B30F-4DF2FA864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53678"/>
            <a:ext cx="12192000" cy="3135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EC9D48-AE18-54B1-1E1B-92AD30660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962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3D27029D-3130-0B56-5349-33F3F905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885" y="4063523"/>
            <a:ext cx="8881815" cy="1297897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2945EE00-C86E-64CB-CCA4-812F0F453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4885" y="5447138"/>
            <a:ext cx="8865997" cy="516772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3BFAD0A-57C6-8D55-FCDC-FF1210D5CC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10123" y="6105879"/>
            <a:ext cx="4818063" cy="400871"/>
          </a:xfrm>
          <a:prstGeom prst="rect">
            <a:avLst/>
          </a:prstGeom>
          <a:effectLst>
            <a:outerShdw blurRad="152400" sx="102000" sy="102000" algn="ctr" rotWithShape="0">
              <a:prstClr val="black">
                <a:alpha val="64896"/>
              </a:prstClr>
            </a:outerShdw>
          </a:effectLst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200"/>
            </a:lvl3pPr>
            <a:lvl4pPr marL="1371600" indent="0">
              <a:lnSpc>
                <a:spcPct val="120000"/>
              </a:lnSpc>
              <a:buNone/>
              <a:defRPr sz="1200"/>
            </a:lvl4pPr>
            <a:lvl5pPr marL="1828800" indent="0">
              <a:lnSpc>
                <a:spcPct val="120000"/>
              </a:lnSpc>
              <a:buNone/>
              <a:defRPr sz="1200"/>
            </a:lvl5pPr>
          </a:lstStyle>
          <a:p>
            <a:pPr lvl="0"/>
            <a:r>
              <a:rPr lang="en-US" noProof="0" dirty="0"/>
              <a:t>Date here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6EEF96A8-3300-EE39-06CB-D3E40F327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2469" y="6105879"/>
            <a:ext cx="3808413" cy="400871"/>
          </a:xfrm>
        </p:spPr>
        <p:txBody>
          <a:bodyPr anchor="ctr">
            <a:normAutofit/>
          </a:bodyPr>
          <a:lstStyle>
            <a:lvl1pPr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Confidentiality status (if needed)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ECBB3F6-09F8-7F64-0B55-5C1FEAFE71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002"/>
            <a:ext cx="12192000" cy="3938588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491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4F947B-C190-024A-735A-5EA021354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327650"/>
            <a:ext cx="12192000" cy="1530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1" y="5584824"/>
            <a:ext cx="7612062" cy="987425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5069308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364CC1-C19D-48D3-BA83-6F0C8ECCF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070475"/>
            <a:ext cx="12192000" cy="257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homson Reuters Logo">
            <a:extLst>
              <a:ext uri="{FF2B5EF4-FFF2-40B4-BE49-F238E27FC236}">
                <a16:creationId xmlns:a16="http://schemas.microsoft.com/office/drawing/2014/main" id="{E7ACB468-83B5-897E-2CC6-385CA5A8BE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9139238" y="5356536"/>
            <a:ext cx="2882908" cy="12731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49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9588" y="514350"/>
            <a:ext cx="6081258" cy="4560920"/>
          </a:xfrm>
        </p:spPr>
        <p:txBody>
          <a:bodyPr anchor="b">
            <a:normAutofit/>
          </a:bodyPr>
          <a:lstStyle>
            <a:lvl1pPr algn="l">
              <a:defRPr sz="6000"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3" name="Picture 12" descr="Thomson Reuters Logo">
            <a:extLst>
              <a:ext uri="{FF2B5EF4-FFF2-40B4-BE49-F238E27FC236}">
                <a16:creationId xmlns:a16="http://schemas.microsoft.com/office/drawing/2014/main" id="{9C7F44F5-076E-4DCB-70D5-90446383AF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785" y="5559424"/>
            <a:ext cx="2075734" cy="9166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E87271D-C389-6392-D463-6449FC079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8414" t="16756" b="16756"/>
          <a:stretch>
            <a:fillRect/>
          </a:stretch>
        </p:blipFill>
        <p:spPr>
          <a:xfrm>
            <a:off x="0" y="0"/>
            <a:ext cx="5320792" cy="68580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EC34C-19C5-3A04-F3F5-5047CBF8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0E1C27-98CD-AA6D-DBF2-36167F9A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6858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9588" y="514350"/>
            <a:ext cx="6081258" cy="4560920"/>
          </a:xfrm>
        </p:spPr>
        <p:txBody>
          <a:bodyPr anchor="b">
            <a:normAutofit/>
          </a:bodyPr>
          <a:lstStyle>
            <a:lvl1pPr algn="l">
              <a:defRPr sz="6000"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3" name="Picture 12" descr="Thomson Reuters Logo">
            <a:extLst>
              <a:ext uri="{FF2B5EF4-FFF2-40B4-BE49-F238E27FC236}">
                <a16:creationId xmlns:a16="http://schemas.microsoft.com/office/drawing/2014/main" id="{9C7F44F5-076E-4DCB-70D5-90446383AF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785" y="5559424"/>
            <a:ext cx="2075734" cy="91665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8D69DC-F7B0-18D6-6E86-1B5F0DDE5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8301" t="16755" b="16755"/>
          <a:stretch>
            <a:fillRect/>
          </a:stretch>
        </p:blipFill>
        <p:spPr>
          <a:xfrm>
            <a:off x="-1" y="0"/>
            <a:ext cx="5332413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09C4E-D21C-9991-2BB2-B6CD158C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69F67F-0E03-FAD2-034D-DACAE15D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2386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9588" y="514350"/>
            <a:ext cx="6081258" cy="4560920"/>
          </a:xfrm>
        </p:spPr>
        <p:txBody>
          <a:bodyPr anchor="b">
            <a:normAutofit/>
          </a:bodyPr>
          <a:lstStyle>
            <a:lvl1pPr algn="l">
              <a:defRPr sz="6000"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3" name="Picture 12" descr="Thomson Reuters Logo">
            <a:extLst>
              <a:ext uri="{FF2B5EF4-FFF2-40B4-BE49-F238E27FC236}">
                <a16:creationId xmlns:a16="http://schemas.microsoft.com/office/drawing/2014/main" id="{9C7F44F5-076E-4DCB-70D5-90446383AF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785" y="5559424"/>
            <a:ext cx="2075734" cy="91665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9FCB92C-E9C9-6C90-D3CE-B28A91C15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8301" t="16755" b="16755"/>
          <a:stretch>
            <a:fillRect/>
          </a:stretch>
        </p:blipFill>
        <p:spPr>
          <a:xfrm>
            <a:off x="-1" y="0"/>
            <a:ext cx="5332413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B3ED5-57FD-7B68-C566-0E915A7F8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B20B6-0B79-A889-CFB7-5C8148B1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3192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9588" y="514350"/>
            <a:ext cx="6081258" cy="4560920"/>
          </a:xfrm>
        </p:spPr>
        <p:txBody>
          <a:bodyPr anchor="b">
            <a:normAutofit/>
          </a:bodyPr>
          <a:lstStyle>
            <a:lvl1pPr algn="l">
              <a:defRPr sz="6000"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3" name="Picture 12" descr="Thomson Reuters Logo">
            <a:extLst>
              <a:ext uri="{FF2B5EF4-FFF2-40B4-BE49-F238E27FC236}">
                <a16:creationId xmlns:a16="http://schemas.microsoft.com/office/drawing/2014/main" id="{9C7F44F5-076E-4DCB-70D5-90446383AF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785" y="5559424"/>
            <a:ext cx="2075734" cy="91665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A992163-B90D-1BB4-FEB4-06474F8E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8301" t="16755" b="16755"/>
          <a:stretch>
            <a:fillRect/>
          </a:stretch>
        </p:blipFill>
        <p:spPr>
          <a:xfrm>
            <a:off x="-1" y="0"/>
            <a:ext cx="5332413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F4E58D-0C38-09B2-97E6-485475075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53EA82-73A6-CCB2-9D96-9DB790EC9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5389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9588" y="514350"/>
            <a:ext cx="6081258" cy="4560920"/>
          </a:xfrm>
        </p:spPr>
        <p:txBody>
          <a:bodyPr anchor="b">
            <a:normAutofit/>
          </a:bodyPr>
          <a:lstStyle>
            <a:lvl1pPr algn="l">
              <a:defRPr sz="6000"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3" name="Picture 12" descr="Thomson Reuters Logo">
            <a:extLst>
              <a:ext uri="{FF2B5EF4-FFF2-40B4-BE49-F238E27FC236}">
                <a16:creationId xmlns:a16="http://schemas.microsoft.com/office/drawing/2014/main" id="{9C7F44F5-076E-4DCB-70D5-90446383AF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3785" y="5559424"/>
            <a:ext cx="2075734" cy="91665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7503EF5-C62C-2EE4-0F46-6DE848B2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8301" t="16755" b="16755"/>
          <a:stretch>
            <a:fillRect/>
          </a:stretch>
        </p:blipFill>
        <p:spPr>
          <a:xfrm>
            <a:off x="-1" y="0"/>
            <a:ext cx="5332413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50315-47C0-A82D-7490-E71EDDFF3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8A81E-BCB2-0C93-77E7-7EC6E8EA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848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6">
    <p:bg>
      <p:bgPr>
        <a:solidFill>
          <a:srgbClr val="1230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1271587"/>
            <a:ext cx="6908800" cy="4620701"/>
          </a:xfrm>
        </p:spPr>
        <p:txBody>
          <a:bodyPr anchor="b">
            <a:normAutofit/>
          </a:bodyPr>
          <a:lstStyle>
            <a:lvl1pPr algn="l">
              <a:defRPr sz="72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1C1543E-E521-0312-C2DA-C5B7283E72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69238" y="0"/>
            <a:ext cx="4322761" cy="6858000"/>
          </a:xfrm>
          <a:solidFill>
            <a:schemeClr val="bg1"/>
          </a:solidFill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817FB-17D4-68EA-4052-3A716B6B7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26136" y="0"/>
            <a:ext cx="15421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Thomson Reuters Logo">
            <a:extLst>
              <a:ext uri="{FF2B5EF4-FFF2-40B4-BE49-F238E27FC236}">
                <a16:creationId xmlns:a16="http://schemas.microsoft.com/office/drawing/2014/main" id="{2C23E0FF-0E90-A5DD-CD1B-1EFDD61F6C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211364" y="201330"/>
            <a:ext cx="2296981" cy="101441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E2A99-B202-47A0-99CD-FE00FBD162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0413" y="6464361"/>
            <a:ext cx="6965724" cy="271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545C8-0231-0C0D-40AF-4C6556ACBD5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7677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012" y="1330323"/>
            <a:ext cx="5082775" cy="4959351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42E726-C7AA-BF5D-6B13-141AD8FB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4937" r="25105" b="29950"/>
          <a:stretch>
            <a:fillRect/>
          </a:stretch>
        </p:blipFill>
        <p:spPr>
          <a:xfrm>
            <a:off x="806450" y="-1"/>
            <a:ext cx="11385550" cy="6858001"/>
          </a:xfrm>
          <a:prstGeom prst="rect">
            <a:avLst/>
          </a:prstGeom>
        </p:spPr>
      </p:pic>
      <p:pic>
        <p:nvPicPr>
          <p:cNvPr id="19" name="Picture 18" descr="Thomson Reuters Logo">
            <a:extLst>
              <a:ext uri="{FF2B5EF4-FFF2-40B4-BE49-F238E27FC236}">
                <a16:creationId xmlns:a16="http://schemas.microsoft.com/office/drawing/2014/main" id="{BDFBB776-2FEB-B48F-39EB-A4061726C1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72691"/>
            <a:ext cx="2075734" cy="91665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C0B0A0-78E1-F37A-3BDA-FDEC1F56D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9DB384-199D-7EED-2F8A-A37F5EE8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5888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012" y="1330323"/>
            <a:ext cx="5082775" cy="4959351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42E726-C7AA-BF5D-6B13-141AD8FB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592" t="24641" r="24810" b="29713"/>
          <a:stretch>
            <a:fillRect/>
          </a:stretch>
        </p:blipFill>
        <p:spPr>
          <a:xfrm>
            <a:off x="806450" y="-1"/>
            <a:ext cx="11385550" cy="6858001"/>
          </a:xfrm>
          <a:prstGeom prst="rect">
            <a:avLst/>
          </a:prstGeom>
        </p:spPr>
      </p:pic>
      <p:pic>
        <p:nvPicPr>
          <p:cNvPr id="19" name="Picture 18" descr="Thomson Reuters Logo">
            <a:extLst>
              <a:ext uri="{FF2B5EF4-FFF2-40B4-BE49-F238E27FC236}">
                <a16:creationId xmlns:a16="http://schemas.microsoft.com/office/drawing/2014/main" id="{BDFBB776-2FEB-B48F-39EB-A4061726C1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72691"/>
            <a:ext cx="2075734" cy="91665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FC2ED-83E6-B954-0176-89C92027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51636-9316-EAF3-8A09-D31400566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1934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012" y="1330323"/>
            <a:ext cx="5082775" cy="4959351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42E726-C7AA-BF5D-6B13-141AD8FB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21" t="25349" r="25514" b="30280"/>
          <a:stretch>
            <a:fillRect/>
          </a:stretch>
        </p:blipFill>
        <p:spPr>
          <a:xfrm>
            <a:off x="806450" y="-1"/>
            <a:ext cx="11385550" cy="6858001"/>
          </a:xfrm>
          <a:prstGeom prst="rect">
            <a:avLst/>
          </a:prstGeom>
        </p:spPr>
      </p:pic>
      <p:pic>
        <p:nvPicPr>
          <p:cNvPr id="19" name="Picture 18" descr="Thomson Reuters Logo">
            <a:extLst>
              <a:ext uri="{FF2B5EF4-FFF2-40B4-BE49-F238E27FC236}">
                <a16:creationId xmlns:a16="http://schemas.microsoft.com/office/drawing/2014/main" id="{BDFBB776-2FEB-B48F-39EB-A4061726C1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72691"/>
            <a:ext cx="2075734" cy="91665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6D77E-7500-C327-3E85-60F0904B0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301B2-8149-BBDB-9952-FFA8D5AE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8212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7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012" y="1330323"/>
            <a:ext cx="5082775" cy="4959351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42E726-C7AA-BF5D-6B13-141AD8FB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1" t="24927" r="25094" b="29942"/>
          <a:stretch>
            <a:fillRect/>
          </a:stretch>
        </p:blipFill>
        <p:spPr>
          <a:xfrm>
            <a:off x="806450" y="-1"/>
            <a:ext cx="11385550" cy="6858001"/>
          </a:xfrm>
          <a:prstGeom prst="rect">
            <a:avLst/>
          </a:prstGeom>
        </p:spPr>
      </p:pic>
      <p:pic>
        <p:nvPicPr>
          <p:cNvPr id="19" name="Picture 18" descr="Thomson Reuters Logo">
            <a:extLst>
              <a:ext uri="{FF2B5EF4-FFF2-40B4-BE49-F238E27FC236}">
                <a16:creationId xmlns:a16="http://schemas.microsoft.com/office/drawing/2014/main" id="{BDFBB776-2FEB-B48F-39EB-A4061726C1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72691"/>
            <a:ext cx="2075734" cy="91665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A74679-BA2D-0EE1-41EA-234F0459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8126E-F1C6-C318-D3CF-CB552A6F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1205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 7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012" y="1330323"/>
            <a:ext cx="5082775" cy="4959351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42E726-C7AA-BF5D-6B13-141AD8FB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4673" r="24314" b="29738"/>
          <a:stretch>
            <a:fillRect/>
          </a:stretch>
        </p:blipFill>
        <p:spPr>
          <a:xfrm>
            <a:off x="806450" y="-1"/>
            <a:ext cx="11385550" cy="6858001"/>
          </a:xfrm>
          <a:prstGeom prst="rect">
            <a:avLst/>
          </a:prstGeom>
        </p:spPr>
      </p:pic>
      <p:pic>
        <p:nvPicPr>
          <p:cNvPr id="19" name="Picture 18" descr="Thomson Reuters Logo">
            <a:extLst>
              <a:ext uri="{FF2B5EF4-FFF2-40B4-BE49-F238E27FC236}">
                <a16:creationId xmlns:a16="http://schemas.microsoft.com/office/drawing/2014/main" id="{BDFBB776-2FEB-B48F-39EB-A4061726C1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72691"/>
            <a:ext cx="2075734" cy="91665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95C0B-22C1-1671-647B-15D02BF9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C7E143-689C-0051-99BF-F01F3F4E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3013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Header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012" y="1330323"/>
            <a:ext cx="5082775" cy="4959351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42E726-C7AA-BF5D-6B13-141AD8FB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626" t="24624" r="24793" b="29699"/>
          <a:stretch>
            <a:fillRect/>
          </a:stretch>
        </p:blipFill>
        <p:spPr>
          <a:xfrm>
            <a:off x="806450" y="16728"/>
            <a:ext cx="11385550" cy="6858001"/>
          </a:xfrm>
          <a:prstGeom prst="rect">
            <a:avLst/>
          </a:prstGeom>
        </p:spPr>
      </p:pic>
      <p:pic>
        <p:nvPicPr>
          <p:cNvPr id="4" name="Picture 3" descr="Thomson Reuters logo">
            <a:extLst>
              <a:ext uri="{FF2B5EF4-FFF2-40B4-BE49-F238E27FC236}">
                <a16:creationId xmlns:a16="http://schemas.microsoft.com/office/drawing/2014/main" id="{EF5C317B-F686-6916-9AD5-0D3A9F46C76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266700" y="72643"/>
            <a:ext cx="2075734" cy="9167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55F34-BC52-92B6-880A-6A8DC0DA3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0D954-F532-A8C1-B81E-4C40950D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271BE6-CB02-4C4E-B14B-7A5A9FD7AB1F}" type="datetime1">
              <a:rPr lang="en-US" smtClean="0"/>
              <a:pPr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2387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84B-D2AD-766A-3406-CA8629ED1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012" y="1330323"/>
            <a:ext cx="5082775" cy="4959351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E42E726-C7AA-BF5D-6B13-141AD8FB8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141" t="24867" r="25035" b="29894"/>
          <a:stretch>
            <a:fillRect/>
          </a:stretch>
        </p:blipFill>
        <p:spPr>
          <a:xfrm>
            <a:off x="806450" y="-1"/>
            <a:ext cx="11385550" cy="6858001"/>
          </a:xfrm>
          <a:prstGeom prst="rect">
            <a:avLst/>
          </a:prstGeom>
        </p:spPr>
      </p:pic>
      <p:pic>
        <p:nvPicPr>
          <p:cNvPr id="3" name="Picture 2" descr="Thomson Reuters logo">
            <a:extLst>
              <a:ext uri="{FF2B5EF4-FFF2-40B4-BE49-F238E27FC236}">
                <a16:creationId xmlns:a16="http://schemas.microsoft.com/office/drawing/2014/main" id="{9D12BE5F-C997-A5B8-F43D-B4283F15B6A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266700" y="72643"/>
            <a:ext cx="2075734" cy="91670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3611F-07B9-C1C3-28A8-789F17B8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D6FD5-EE29-88D7-6A3F-CF12DDF3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9024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A2E8577-6AAF-C0F6-D406-4A2C94399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50" y="0"/>
            <a:ext cx="507523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 not remove">
            <a:extLst>
              <a:ext uri="{FF2B5EF4-FFF2-40B4-BE49-F238E27FC236}">
                <a16:creationId xmlns:a16="http://schemas.microsoft.com/office/drawing/2014/main" id="{7764FBC7-0EDD-E932-1B61-941E913CB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Vertical Text Placeholder 11">
            <a:extLst>
              <a:ext uri="{FF2B5EF4-FFF2-40B4-BE49-F238E27FC236}">
                <a16:creationId xmlns:a16="http://schemas.microsoft.com/office/drawing/2014/main" id="{1ED45C2F-8C4F-B9AD-84B0-FBAD8FB93AD2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304" y="558640"/>
            <a:ext cx="4697109" cy="2565560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5304" y="3300412"/>
            <a:ext cx="4697109" cy="2832631"/>
          </a:xfrm>
        </p:spPr>
        <p:txBody>
          <a:bodyPr>
            <a:normAutofit/>
          </a:bodyPr>
          <a:lstStyle>
            <a:lvl1pPr>
              <a:buClr>
                <a:srgbClr val="D64000"/>
              </a:buClr>
              <a:buFont typeface="Arial" panose="020B0604020202020204" pitchFamily="34" charset="0"/>
              <a:buChar char="•"/>
              <a:defRPr lang="en-US" smtClean="0"/>
            </a:lvl1pPr>
            <a:lvl2pPr>
              <a:buClr>
                <a:srgbClr val="D64000"/>
              </a:buClr>
              <a:buFont typeface="Arial" panose="020B0604020202020204" pitchFamily="34" charset="0"/>
              <a:buChar char="•"/>
              <a:defRPr lang="en-US" dirty="0"/>
            </a:lvl2pPr>
            <a:lvl3pPr>
              <a:buClr>
                <a:srgbClr val="D64000"/>
              </a:buClr>
              <a:buFont typeface="Arial" panose="020B0604020202020204" pitchFamily="34" charset="0"/>
              <a:buChar char="•"/>
              <a:defRPr lang="en-US" dirty="0"/>
            </a:lvl3pPr>
            <a:lvl4pPr>
              <a:buClr>
                <a:srgbClr val="D64000"/>
              </a:buClr>
              <a:buFont typeface="Arial" panose="020B0604020202020204" pitchFamily="34" charset="0"/>
              <a:buChar char="•"/>
              <a:defRPr lang="en-US" dirty="0"/>
            </a:lvl4pPr>
            <a:lvl5pPr>
              <a:buClr>
                <a:srgbClr val="D64000"/>
              </a:buClr>
              <a:buFont typeface="Arial" panose="020B0604020202020204" pitchFamily="34" charset="0"/>
              <a:buChar char="•"/>
              <a:defRPr lang="en-US" dirty="0"/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  <a:p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7D707BC-DF04-5A24-0F5A-4D6F33DBFF2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35720" y="558640"/>
            <a:ext cx="5833991" cy="5618693"/>
          </a:xfrm>
        </p:spPr>
        <p:txBody>
          <a:bodyPr>
            <a:normAutofit/>
          </a:bodyPr>
          <a:lstStyle>
            <a:lvl1pPr>
              <a:buClr>
                <a:srgbClr val="D64000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bg1"/>
                </a:solidFill>
              </a:defRPr>
            </a:lvl1pPr>
            <a:lvl2pPr>
              <a:buClr>
                <a:srgbClr val="D64000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bg1"/>
                </a:solidFill>
              </a:defRPr>
            </a:lvl2pPr>
            <a:lvl3pPr>
              <a:buClr>
                <a:srgbClr val="D64000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bg1"/>
                </a:solidFill>
              </a:defRPr>
            </a:lvl3pPr>
            <a:lvl4pPr>
              <a:buClr>
                <a:srgbClr val="D64000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bg1"/>
                </a:solidFill>
              </a:defRPr>
            </a:lvl4pPr>
            <a:lvl5pPr>
              <a:buClr>
                <a:srgbClr val="D64000"/>
              </a:buClr>
              <a:buFont typeface="Arial" panose="020B0604020202020204" pitchFamily="34" charset="0"/>
              <a:buChar char="•"/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94403-92AD-89FE-CDD6-A4AD3EE26D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9DAD5-2FC6-BA3D-0893-9243F470C22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E271BE6-CB02-4C4E-B14B-7A5A9FD7AB1F}" type="datetime1">
              <a:rPr lang="en-US" smtClean="0"/>
              <a:pPr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42253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20472EEE-EF05-DE09-12ED-7608AE6255DE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607" y="548836"/>
            <a:ext cx="3218393" cy="157791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7754A-BE00-B39F-98E5-2452FC802A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46138" y="2343150"/>
            <a:ext cx="3217862" cy="3998913"/>
          </a:xfrm>
        </p:spPr>
        <p:txBody>
          <a:bodyPr/>
          <a:lstStyle>
            <a:lvl1pPr marL="9525" indent="-9525">
              <a:buNone/>
              <a:tabLst/>
              <a:defRPr lang="en-US" dirty="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opening paragraph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63050" y="551135"/>
            <a:ext cx="7333650" cy="5790927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lang="en-US" smtClean="0"/>
            </a:lvl1pPr>
            <a:lvl2pPr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3pPr>
            <a:lvl4pPr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4pPr>
            <a:lvl5pPr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F9D19-1E40-2E4C-C2DA-B74CB75B76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1202C-BC2D-D3FA-8EC5-9396DEDF4C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68362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ertical Text Placeholder 11">
            <a:extLst>
              <a:ext uri="{FF2B5EF4-FFF2-40B4-BE49-F238E27FC236}">
                <a16:creationId xmlns:a16="http://schemas.microsoft.com/office/drawing/2014/main" id="{39F88610-585A-EFEF-406B-0BA8A7C0A888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0912" y="523875"/>
            <a:ext cx="5665788" cy="1785303"/>
          </a:xfrm>
        </p:spPr>
        <p:txBody>
          <a:bodyPr anchor="b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42A95-2DED-BEFE-CAD5-CED77839A06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30912" y="2543175"/>
            <a:ext cx="5665787" cy="37988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BA47EC-9F5A-D195-473F-D45D6B4AA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5300" y="0"/>
            <a:ext cx="5094287" cy="6858000"/>
          </a:xfrm>
          <a:solidFill>
            <a:schemeClr val="bg1"/>
          </a:solidFill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C33D5-E837-3FDB-30B5-EDE2555B80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1E676-6B3F-092F-3A24-D1D60144462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15662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5C71B79A-1BCD-D164-E9EC-DD0A6D9D3010}"/>
              </a:ext>
            </a:extLst>
          </p:cNvPr>
          <p:cNvSpPr>
            <a:spLocks noGrp="1"/>
          </p:cNvSpPr>
          <p:nvPr>
            <p:ph type="body" orient="vert" sz="quarter" idx="18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32743"/>
            <a:ext cx="4251579" cy="1932729"/>
          </a:xfrm>
        </p:spPr>
        <p:txBody>
          <a:bodyPr anchor="b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8D69C-29D6-D95B-580E-7ED782453A6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6445" y="2670969"/>
            <a:ext cx="4251325" cy="3284537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BA47EC-9F5A-D195-473F-D45D6B4AA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32413" y="0"/>
            <a:ext cx="6858001" cy="6858000"/>
          </a:xfrm>
          <a:solidFill>
            <a:schemeClr val="bg1"/>
          </a:solidFill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27D87-F065-E36E-9107-0BD3FB76AD5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1A5D-CD2D-7160-1309-83CAAFC6B4A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0754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ertical Text Placeholder 11">
            <a:extLst>
              <a:ext uri="{FF2B5EF4-FFF2-40B4-BE49-F238E27FC236}">
                <a16:creationId xmlns:a16="http://schemas.microsoft.com/office/drawing/2014/main" id="{C29BB34C-0C13-D34B-A6AC-D6A622E015E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063" y="563813"/>
            <a:ext cx="10873637" cy="975440"/>
          </a:xfrm>
        </p:spPr>
        <p:txBody>
          <a:bodyPr>
            <a:normAutofit/>
          </a:bodyPr>
          <a:lstStyle>
            <a:lvl1pPr>
              <a:defRPr lang="en-US" dirty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0100" y="1802781"/>
            <a:ext cx="3422869" cy="3828206"/>
          </a:xfrm>
        </p:spPr>
        <p:txBody>
          <a:bodyPr/>
          <a:lstStyle>
            <a:lvl1pPr marL="173038" indent="-173038">
              <a:buFont typeface="Arial" panose="020B0604020202020204" pitchFamily="34" charset="0"/>
              <a:buChar char="•"/>
              <a:tabLst/>
              <a:defRPr lang="en-US" smtClean="0"/>
            </a:lvl1pPr>
            <a:lvl2pPr marL="460375" indent="-231775">
              <a:buFont typeface="Arial" panose="020B0604020202020204" pitchFamily="34" charset="0"/>
              <a:buChar char="•"/>
              <a:tabLst/>
              <a:defRPr lang="en-US" dirty="0" smtClean="0"/>
            </a:lvl2pPr>
            <a:lvl3pPr marL="457200" indent="0">
              <a:buNone/>
              <a:defRPr lang="en-US" dirty="0" smtClean="0"/>
            </a:lvl3pPr>
            <a:lvl4pPr marL="685800" indent="0">
              <a:buNone/>
              <a:defRPr lang="en-US" dirty="0" smtClean="0"/>
            </a:lvl4pPr>
            <a:lvl5pPr marL="914400" indent="0">
              <a:buNone/>
              <a:defRPr lang="en-US" dirty="0"/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  <a:p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8853A023-7DD7-F8EA-7013-EE7F68F8FD8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536965" y="1802781"/>
            <a:ext cx="3422869" cy="3828206"/>
          </a:xfrm>
        </p:spPr>
        <p:txBody>
          <a:bodyPr/>
          <a:lstStyle>
            <a:lvl1pPr marL="173038" indent="-173038">
              <a:buFont typeface="Arial" panose="020B0604020202020204" pitchFamily="34" charset="0"/>
              <a:buChar char="•"/>
              <a:tabLst/>
              <a:defRPr lang="en-US" smtClean="0"/>
            </a:lvl1pPr>
            <a:lvl2pPr marL="460375" indent="-231775">
              <a:buFont typeface="Arial" panose="020B0604020202020204" pitchFamily="34" charset="0"/>
              <a:buChar char="•"/>
              <a:tabLst/>
              <a:defRPr lang="en-US" dirty="0" smtClean="0"/>
            </a:lvl2pPr>
            <a:lvl3pPr marL="457200" indent="0">
              <a:buNone/>
              <a:defRPr lang="en-US" dirty="0" smtClean="0"/>
            </a:lvl3pPr>
            <a:lvl4pPr marL="685800" indent="0">
              <a:buNone/>
              <a:defRPr lang="en-US" dirty="0" smtClean="0"/>
            </a:lvl4pPr>
            <a:lvl5pPr marL="914400" indent="0">
              <a:buNone/>
              <a:defRPr lang="en-US" dirty="0"/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  <a:p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ED109847-B068-0195-BECC-7AE9C26511A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256210" y="1802781"/>
            <a:ext cx="3422869" cy="3828206"/>
          </a:xfrm>
        </p:spPr>
        <p:txBody>
          <a:bodyPr/>
          <a:lstStyle>
            <a:lvl1pPr marL="173038" indent="-173038">
              <a:buFont typeface="Arial" panose="020B0604020202020204" pitchFamily="34" charset="0"/>
              <a:buChar char="•"/>
              <a:tabLst/>
              <a:defRPr lang="en-US" smtClean="0"/>
            </a:lvl1pPr>
            <a:lvl2pPr marL="460375" indent="-231775">
              <a:buFont typeface="Arial" panose="020B0604020202020204" pitchFamily="34" charset="0"/>
              <a:buChar char="•"/>
              <a:tabLst/>
              <a:defRPr lang="en-US" dirty="0" smtClean="0"/>
            </a:lvl2pPr>
            <a:lvl3pPr marL="457200" indent="0">
              <a:buNone/>
              <a:defRPr lang="en-US" dirty="0" smtClean="0"/>
            </a:lvl3pPr>
            <a:lvl4pPr marL="685800" indent="0">
              <a:buNone/>
              <a:defRPr lang="en-US" dirty="0" smtClean="0"/>
            </a:lvl4pPr>
            <a:lvl5pPr marL="914400" indent="0">
              <a:buNone/>
              <a:defRPr lang="en-US" dirty="0"/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35BC5-BA94-D92C-A284-43153C4B6BC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82D67-75E5-E1FD-DCE4-EBBC6F6B631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00652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AC1EA9DD-B16A-DEE5-9744-6A34588F1F96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5236"/>
            <a:ext cx="10896599" cy="100739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EF3E5-BB4E-04F9-46F1-DB13779CF61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0100" y="1703388"/>
            <a:ext cx="10896600" cy="4046537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7B546-4828-F390-0A48-D0744AC0AB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45A08-2EDF-28C0-B784-6528C3AB24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20658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53358714-6362-2FA2-24AD-F5DFC9F9AF6C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EC326-95D4-9CAF-E742-F4FF0ADD8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8816" y="0"/>
            <a:ext cx="48180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11" y="514350"/>
            <a:ext cx="4479471" cy="2536031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63489E-3B13-7514-ACBE-CBF5187F3A1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87388" y="3135313"/>
            <a:ext cx="4479925" cy="32004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41831-585A-A5A9-7743-FB535B20B77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94350" y="514350"/>
            <a:ext cx="6102350" cy="56657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C37BD-0544-3213-6693-6730F4F47D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C2B93-7364-5E2E-5672-652D15CE09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765834-5842-660C-6B38-106110100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42062"/>
            <a:ext cx="514350" cy="515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F5EF94F7-DE82-0543-B42D-1DBC3ABA7341}" type="slidenum">
              <a:rPr lang="en-US" sz="1050" smtClean="0">
                <a:solidFill>
                  <a:schemeClr val="tx1"/>
                </a:solidFill>
              </a:rPr>
              <a:t>‹nº›</a:t>
            </a:fld>
            <a:endParaRPr lang="en-US" sz="105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42825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90E09FA-2564-78FF-EAC7-905EB297B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50" y="0"/>
            <a:ext cx="3806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DCF1D9D4-92BF-E033-3ECE-1BC5E2DEEE7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14350"/>
            <a:ext cx="3263900" cy="271700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12820" y="514350"/>
            <a:ext cx="7064829" cy="5180012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DFB22-3D9C-45E6-AFAA-EAC4013F7D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AC3B0-569C-4C2F-C2AC-A4A78D2447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34162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90E09FA-2564-78FF-EAC7-905EB297B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50" y="0"/>
            <a:ext cx="380682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DCF1D9D4-92BF-E033-3ECE-1BC5E2DEEE7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14350"/>
            <a:ext cx="3263900" cy="271700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12820" y="514350"/>
            <a:ext cx="7064829" cy="5180012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DFB22-3D9C-45E6-AFAA-EAC4013F7D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AC3B0-569C-4C2F-C2AC-A4A78D2447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43073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S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90E09FA-2564-78FF-EAC7-905EB297B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50" y="0"/>
            <a:ext cx="380682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DCF1D9D4-92BF-E033-3ECE-1BC5E2DEEE7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14350"/>
            <a:ext cx="3263900" cy="271700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12820" y="514350"/>
            <a:ext cx="7064829" cy="5180012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DFB22-3D9C-45E6-AFAA-EAC4013F7D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AC3B0-569C-4C2F-C2AC-A4A78D2447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92290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90E09FA-2564-78FF-EAC7-905EB297B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51" y="0"/>
            <a:ext cx="380682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DCF1D9D4-92BF-E033-3ECE-1BC5E2DEEE7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14350"/>
            <a:ext cx="3263900" cy="271700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12820" y="514350"/>
            <a:ext cx="7064829" cy="5180012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DFB22-3D9C-45E6-AFAA-EAC4013F7D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AC3B0-569C-4C2F-C2AC-A4A78D2447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0043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Li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90E09FA-2564-78FF-EAC7-905EB297B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50" y="0"/>
            <a:ext cx="3806825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DCF1D9D4-92BF-E033-3ECE-1BC5E2DEEE7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14350"/>
            <a:ext cx="3263900" cy="2717006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12820" y="514350"/>
            <a:ext cx="7064829" cy="5180012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DFB22-3D9C-45E6-AFAA-EAC4013F7D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AC3B0-569C-4C2F-C2AC-A4A78D2447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99522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7D0B5AB5-2D5A-D911-ECB6-7F82B21F70A6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33400"/>
            <a:ext cx="3263900" cy="30226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EC402-F423-BDAE-1162-541C01350F0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321174" y="533400"/>
            <a:ext cx="7375525" cy="5667375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CB4B5-CC53-96F1-F0AF-78024CDCF4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4B746-A32D-9C15-B508-5DEAC6D25A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38745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E58973A7-185C-9D52-A67D-A52D335AAFA2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537323"/>
            <a:ext cx="3263901" cy="5025277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0B3C0-5E72-4502-8253-202EACB4E84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321175" y="523875"/>
            <a:ext cx="7375525" cy="5038725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ADA36-4AFD-D575-E185-1C9CF12E201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AE0F5-2355-4358-8E3E-9FC39805253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7162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Vertical Text Placeholder 11">
            <a:extLst>
              <a:ext uri="{FF2B5EF4-FFF2-40B4-BE49-F238E27FC236}">
                <a16:creationId xmlns:a16="http://schemas.microsoft.com/office/drawing/2014/main" id="{292C7856-C4EC-6565-41A6-BDBC80E8B44F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3875"/>
            <a:ext cx="10896600" cy="90921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D8D762-E154-9EF6-2659-8589B2EEAC3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0100" y="1531938"/>
            <a:ext cx="10896600" cy="4810125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27C3E-09FF-5C40-2E2F-7DEC42FA7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2D104-B8AB-EE64-F9DC-8A4FD421F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89325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D8B95F71-42D5-D4BE-5508-F353607AD2E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588" y="523874"/>
            <a:ext cx="6107112" cy="17621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F22CF-1B34-09D9-F4CF-622B6DAF310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89588" y="2543175"/>
            <a:ext cx="6105525" cy="37988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8E409-D771-48D6-C00F-EDDAFA04E7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71DD4-9567-5B87-2C3F-E26370D47EB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350" y="6351"/>
            <a:ext cx="4818063" cy="6858000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41201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1CBE37E3-7334-6CC1-4083-66C74A47E0E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32" y="563626"/>
            <a:ext cx="5789693" cy="1722374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6351"/>
            <a:ext cx="5334000" cy="6851649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85125-FDEE-F9FA-C17F-5A79A908BDA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0100" y="2543175"/>
            <a:ext cx="5800725" cy="37988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FD3A5-FE3D-4430-D128-AE6636CCD3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DF99D-6F80-9A4F-2D8A-B80CFADBB7B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57520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F5A9B8A5-1A59-99AF-E5A2-36F1866DEB12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4" y="523875"/>
            <a:ext cx="5095876" cy="1762125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350" y="0"/>
            <a:ext cx="5581650" cy="6858000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B7C04-BBFA-7718-5B2C-D20BD2ADA9D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600825" y="2543175"/>
            <a:ext cx="5095875" cy="37988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0BE85-E410-FAA9-BE11-68B9C0D3E2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F4770-0BF7-B592-4038-5525372BA06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52869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CE8934F0-0673-6A9F-E8DD-F2CF253C4F3C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530850"/>
            <a:ext cx="5800725" cy="1755150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C87EB-B35B-FA77-9BA0-335ECEA523E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0100" y="2543175"/>
            <a:ext cx="5800725" cy="37988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0"/>
            <a:ext cx="5334000" cy="6858000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1AE28-17CE-1CD6-C121-BD612AD1473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456FB-7AAD-15BC-9263-D17CFF9795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41689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6EEEA6FD-CA57-0136-B453-C99C9B93632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6414" y="514350"/>
            <a:ext cx="3551236" cy="2333751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350" y="0"/>
            <a:ext cx="7366000" cy="6858000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0119-EC2F-73C3-BA47-2B342E2494B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26413" y="3089275"/>
            <a:ext cx="3570287" cy="32527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E452D-6978-0741-0BFE-0A8011B6C4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00E83-C47A-1B3B-6264-40E93A6D05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46553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11">
            <a:extLst>
              <a:ext uri="{FF2B5EF4-FFF2-40B4-BE49-F238E27FC236}">
                <a16:creationId xmlns:a16="http://schemas.microsoft.com/office/drawing/2014/main" id="{74A01A11-177B-FD34-D55D-C124DF598E67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572000"/>
            <a:ext cx="4789488" cy="1770063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349" y="0"/>
            <a:ext cx="11677649" cy="4313236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943BB3E-665E-8946-5B46-91966D16DEB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95975" y="4572000"/>
            <a:ext cx="5800725" cy="17700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DFEA2-C949-7B46-1E18-DD4BF39DD7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06BE1-D13D-C70C-FAD6-B6D5AB75F0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12894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ertical Text Placeholder 11">
            <a:extLst>
              <a:ext uri="{FF2B5EF4-FFF2-40B4-BE49-F238E27FC236}">
                <a16:creationId xmlns:a16="http://schemas.microsoft.com/office/drawing/2014/main" id="{C4A25349-A2EA-A162-178E-E5882B9202A8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45681"/>
            <a:ext cx="5078528" cy="1271980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BBDAF-9727-14E1-DFD9-2289E72A7A1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0" y="523875"/>
            <a:ext cx="5600700" cy="5815013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0100" y="2169376"/>
            <a:ext cx="5078528" cy="4168968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7B9F94-A11A-7873-FF8D-24E8C6D3C5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6F971C-BFA6-D3DF-6BBB-12047DECAE4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16165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ertical Text Placeholder 11">
            <a:extLst>
              <a:ext uri="{FF2B5EF4-FFF2-40B4-BE49-F238E27FC236}">
                <a16:creationId xmlns:a16="http://schemas.microsoft.com/office/drawing/2014/main" id="{2D9D77D7-83F5-4F76-A697-EC18276C4798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3D6443-2698-4AD4-33E5-357899B3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728" y="526071"/>
            <a:ext cx="1085997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2305" y="1989193"/>
            <a:ext cx="5078529" cy="4322949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54886" y="1996526"/>
            <a:ext cx="5524500" cy="4322943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0BDCD2-FB6C-A544-2F82-7597C1592F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7D2F26-FBB5-CB1F-9498-13F8974481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17692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2062B13D-91E7-CA13-724C-E52C6D573ABD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61" y="569857"/>
            <a:ext cx="5064803" cy="2067706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2161" y="2732813"/>
            <a:ext cx="5066429" cy="3609250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5999" y="523875"/>
            <a:ext cx="5599113" cy="5818187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51546-B38C-0B20-2CAB-B38F76F6DE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EB58D-096C-6EE5-CCC2-1511B90217A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70305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9157C969-6007-58A9-DD1D-7816EC356442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533728"/>
            <a:ext cx="4532313" cy="1771650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0100" y="2555821"/>
            <a:ext cx="725488" cy="744592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2169B3DD-B625-4DF2-7A3A-85ECA5D71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0100" y="3554304"/>
            <a:ext cx="725488" cy="744592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5BC24488-D2C2-9EF8-7E3B-99D44EAF2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0100" y="4573807"/>
            <a:ext cx="725488" cy="744592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2A1368CE-F445-C606-6A76-1D36FED46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0100" y="5561780"/>
            <a:ext cx="725488" cy="744592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683926D-9D03-FA11-4CB1-F6621DBCC7A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1782763" y="2543175"/>
            <a:ext cx="3549650" cy="757238"/>
          </a:xfrm>
        </p:spPr>
        <p:txBody>
          <a:bodyPr/>
          <a:lstStyle>
            <a:lvl1pPr marL="9525" indent="-9525">
              <a:buNone/>
              <a:tabLst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Content Placeholder 13">
            <a:extLst>
              <a:ext uri="{FF2B5EF4-FFF2-40B4-BE49-F238E27FC236}">
                <a16:creationId xmlns:a16="http://schemas.microsoft.com/office/drawing/2014/main" id="{B28150A3-F3BD-1BBB-3689-CDCD2558377D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782763" y="3541657"/>
            <a:ext cx="3549650" cy="757238"/>
          </a:xfrm>
        </p:spPr>
        <p:txBody>
          <a:bodyPr/>
          <a:lstStyle>
            <a:lvl1pPr marL="9525" indent="-9525">
              <a:buNone/>
              <a:tabLst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Content Placeholder 13">
            <a:extLst>
              <a:ext uri="{FF2B5EF4-FFF2-40B4-BE49-F238E27FC236}">
                <a16:creationId xmlns:a16="http://schemas.microsoft.com/office/drawing/2014/main" id="{63EE3CBF-D972-9A78-9A31-1BA8C9D9889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782763" y="4561160"/>
            <a:ext cx="3549650" cy="757238"/>
          </a:xfrm>
        </p:spPr>
        <p:txBody>
          <a:bodyPr/>
          <a:lstStyle>
            <a:lvl1pPr marL="9525" indent="-9525">
              <a:buNone/>
              <a:tabLst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Content Placeholder 13">
            <a:extLst>
              <a:ext uri="{FF2B5EF4-FFF2-40B4-BE49-F238E27FC236}">
                <a16:creationId xmlns:a16="http://schemas.microsoft.com/office/drawing/2014/main" id="{18584CA1-118D-C089-0D5D-088025CAE2CF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1782763" y="5549133"/>
            <a:ext cx="3549650" cy="757238"/>
          </a:xfrm>
        </p:spPr>
        <p:txBody>
          <a:bodyPr/>
          <a:lstStyle>
            <a:lvl1pPr marL="9525" indent="-9525">
              <a:buNone/>
              <a:tabLst/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79B16-089E-F1A9-35EC-B046B8E5CCE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89588" y="523875"/>
            <a:ext cx="6107112" cy="58181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4E45B-A0E4-738C-663A-4FD1D39591B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70468-EB20-B8E1-EA2F-AE0BCF172A8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6819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11">
            <a:extLst>
              <a:ext uri="{FF2B5EF4-FFF2-40B4-BE49-F238E27FC236}">
                <a16:creationId xmlns:a16="http://schemas.microsoft.com/office/drawing/2014/main" id="{A4D1CAD9-3A8F-3C8E-2F08-11388F4ECAD5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27E76F-6ABF-BDF0-4947-E3625E533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728" y="523875"/>
            <a:ext cx="10852971" cy="1008063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F7A10-0649-2FE6-04F9-E9C34C7BB70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0100" y="1765300"/>
            <a:ext cx="5295899" cy="4576763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FFA2C87-D9F5-05D5-8AAF-E0620BF33A4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402114" y="1765300"/>
            <a:ext cx="5295899" cy="4576763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EA5F66-537D-ED0C-A21E-023DE759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EE90BDF-25FF-EC3D-B30D-E5785DB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30204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Vertical Text Placeholder 11">
            <a:extLst>
              <a:ext uri="{FF2B5EF4-FFF2-40B4-BE49-F238E27FC236}">
                <a16:creationId xmlns:a16="http://schemas.microsoft.com/office/drawing/2014/main" id="{D9EF9F23-4774-1F7A-C556-A5FDA6A67B67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A44A8D2-C7B5-107C-786E-1B4D1440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3875"/>
            <a:ext cx="10896600" cy="10080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2" y="1726383"/>
            <a:ext cx="529589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3C17C8-8A0F-9703-8F22-64D4D6F8DFA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00100" y="2543175"/>
            <a:ext cx="5295900" cy="37988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9216" y="1726383"/>
            <a:ext cx="529589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none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15DE8473-1071-6F03-DE97-122412846B2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402113" y="2543175"/>
            <a:ext cx="5295900" cy="37988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30247C0-6BC0-9C77-139A-C16C7242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6AB99E0-F047-ADBA-AFA6-15B9D99A1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73586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11">
            <a:extLst>
              <a:ext uri="{FF2B5EF4-FFF2-40B4-BE49-F238E27FC236}">
                <a16:creationId xmlns:a16="http://schemas.microsoft.com/office/drawing/2014/main" id="{6715E646-ED58-DC5D-044F-D1B18E24D642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3875"/>
            <a:ext cx="10896600" cy="984791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34CD5-874E-2656-DE8D-FBB67FBE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1E307-2739-0510-DDB4-01532208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37413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11">
            <a:extLst>
              <a:ext uri="{FF2B5EF4-FFF2-40B4-BE49-F238E27FC236}">
                <a16:creationId xmlns:a16="http://schemas.microsoft.com/office/drawing/2014/main" id="{847A9E47-B833-94E3-73D3-52E856328038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4357C1-C472-C4EB-389A-F69A442C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FAB21-CF26-B30D-18D7-DE763191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09138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old Statement 1">
    <p:bg>
      <p:bgPr>
        <a:solidFill>
          <a:srgbClr val="FCF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11">
            <a:extLst>
              <a:ext uri="{FF2B5EF4-FFF2-40B4-BE49-F238E27FC236}">
                <a16:creationId xmlns:a16="http://schemas.microsoft.com/office/drawing/2014/main" id="{26672286-6AAC-7384-D7A5-D0B1AAD08CAD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6E82648-A389-FD6E-E10E-4051A07A2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D633459-C747-6197-187E-B4B88A32B1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5588" y="1271588"/>
            <a:ext cx="9139237" cy="3041650"/>
          </a:xfrm>
        </p:spPr>
        <p:txBody>
          <a:bodyPr anchor="ctr"/>
          <a:lstStyle>
            <a:lvl1pPr algn="ctr">
              <a:buNone/>
              <a:defRPr sz="6000">
                <a:solidFill>
                  <a:schemeClr val="accent1"/>
                </a:solidFill>
                <a:latin typeface="+mj-lt"/>
              </a:defRPr>
            </a:lvl1pPr>
            <a:lvl2pPr algn="ctr">
              <a:buNone/>
              <a:defRPr sz="6000">
                <a:latin typeface="+mj-lt"/>
              </a:defRPr>
            </a:lvl2pPr>
            <a:lvl3pPr algn="ctr">
              <a:buNone/>
              <a:defRPr sz="6000">
                <a:latin typeface="+mj-lt"/>
              </a:defRPr>
            </a:lvl3pPr>
            <a:lvl4pPr algn="ctr">
              <a:buNone/>
              <a:defRPr sz="6000">
                <a:latin typeface="+mj-lt"/>
              </a:defRPr>
            </a:lvl4pPr>
            <a:lvl5pPr algn="ctr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 dirty="0"/>
              <a:t>Centered statement </a:t>
            </a:r>
            <a:br>
              <a:rPr lang="en-US" noProof="0" dirty="0"/>
            </a:br>
            <a:r>
              <a:rPr lang="en-US" noProof="0" dirty="0"/>
              <a:t>or quote in large font </a:t>
            </a:r>
            <a:br>
              <a:rPr lang="en-US" noProof="0" dirty="0"/>
            </a:br>
            <a:r>
              <a:rPr lang="en-US" noProof="0" dirty="0"/>
              <a:t>would go here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49BEA4-9425-0308-0ABE-E0091188BA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1175" y="4724400"/>
            <a:ext cx="3548063" cy="603250"/>
          </a:xfrm>
        </p:spPr>
        <p:txBody>
          <a:bodyPr/>
          <a:lstStyle>
            <a:lvl1pPr algn="ctr"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Person Attributed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96AEB-E1A5-4EAD-2904-49962CFC606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E48D7-366D-C53C-BCCA-41BC85642AC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97314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old Statement 2">
    <p:bg>
      <p:bgPr>
        <a:solidFill>
          <a:srgbClr val="F8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11">
            <a:extLst>
              <a:ext uri="{FF2B5EF4-FFF2-40B4-BE49-F238E27FC236}">
                <a16:creationId xmlns:a16="http://schemas.microsoft.com/office/drawing/2014/main" id="{45AAE191-CD38-F12F-2337-23B74CCF6C48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A9457BD-9183-0685-C721-9F0CD947BE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5588" y="1271588"/>
            <a:ext cx="9139237" cy="3041650"/>
          </a:xfrm>
        </p:spPr>
        <p:txBody>
          <a:bodyPr anchor="ctr"/>
          <a:lstStyle>
            <a:lvl1pPr algn="ctr">
              <a:buNone/>
              <a:defRPr sz="6000">
                <a:solidFill>
                  <a:schemeClr val="accent1"/>
                </a:solidFill>
                <a:latin typeface="+mj-lt"/>
              </a:defRPr>
            </a:lvl1pPr>
            <a:lvl2pPr algn="ctr">
              <a:buNone/>
              <a:defRPr sz="6000">
                <a:latin typeface="+mj-lt"/>
              </a:defRPr>
            </a:lvl2pPr>
            <a:lvl3pPr algn="ctr">
              <a:buNone/>
              <a:defRPr sz="6000">
                <a:latin typeface="+mj-lt"/>
              </a:defRPr>
            </a:lvl3pPr>
            <a:lvl4pPr algn="ctr">
              <a:buNone/>
              <a:defRPr sz="6000">
                <a:latin typeface="+mj-lt"/>
              </a:defRPr>
            </a:lvl4pPr>
            <a:lvl5pPr algn="ctr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 dirty="0"/>
              <a:t>Centered statement </a:t>
            </a:r>
            <a:br>
              <a:rPr lang="en-US" noProof="0" dirty="0"/>
            </a:br>
            <a:r>
              <a:rPr lang="en-US" noProof="0" dirty="0"/>
              <a:t>or quote in large font </a:t>
            </a:r>
            <a:br>
              <a:rPr lang="en-US" noProof="0" dirty="0"/>
            </a:br>
            <a:r>
              <a:rPr lang="en-US" noProof="0" dirty="0"/>
              <a:t>would go here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525565-6994-ADA2-D1A2-5B8B35B3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7EC401-71CE-39A5-9BC3-85755B13F1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1175" y="4724400"/>
            <a:ext cx="3548063" cy="603250"/>
          </a:xfrm>
        </p:spPr>
        <p:txBody>
          <a:bodyPr/>
          <a:lstStyle>
            <a:lvl1pPr algn="ctr"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Person Attributed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BEF3E-2CDB-3A5D-667F-1AE8158A4A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62F76-5918-B5AC-5557-8FBBBF2F2EC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03719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old Statement 3">
    <p:bg>
      <p:bgPr>
        <a:solidFill>
          <a:srgbClr val="E3F1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11">
            <a:extLst>
              <a:ext uri="{FF2B5EF4-FFF2-40B4-BE49-F238E27FC236}">
                <a16:creationId xmlns:a16="http://schemas.microsoft.com/office/drawing/2014/main" id="{0DAD558E-E3A3-0EA7-4C50-99489405752C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8C63E4D-5141-20B5-916C-463FAE20BE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5588" y="1271588"/>
            <a:ext cx="9139237" cy="3041650"/>
          </a:xfrm>
        </p:spPr>
        <p:txBody>
          <a:bodyPr anchor="ctr"/>
          <a:lstStyle>
            <a:lvl1pPr algn="ctr">
              <a:buNone/>
              <a:defRPr sz="6000">
                <a:latin typeface="+mj-lt"/>
              </a:defRPr>
            </a:lvl1pPr>
            <a:lvl2pPr algn="ctr">
              <a:buNone/>
              <a:defRPr sz="6000">
                <a:latin typeface="+mj-lt"/>
              </a:defRPr>
            </a:lvl2pPr>
            <a:lvl3pPr algn="ctr">
              <a:buNone/>
              <a:defRPr sz="6000">
                <a:latin typeface="+mj-lt"/>
              </a:defRPr>
            </a:lvl3pPr>
            <a:lvl4pPr algn="ctr">
              <a:buNone/>
              <a:defRPr sz="6000">
                <a:latin typeface="+mj-lt"/>
              </a:defRPr>
            </a:lvl4pPr>
            <a:lvl5pPr algn="ctr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 dirty="0"/>
              <a:t>Centered statement </a:t>
            </a:r>
            <a:br>
              <a:rPr lang="en-US" noProof="0" dirty="0"/>
            </a:br>
            <a:r>
              <a:rPr lang="en-US" noProof="0" dirty="0"/>
              <a:t>or quote in large font </a:t>
            </a:r>
            <a:br>
              <a:rPr lang="en-US" noProof="0" dirty="0"/>
            </a:br>
            <a:r>
              <a:rPr lang="en-US" noProof="0" dirty="0"/>
              <a:t>would go here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C2CAF19-441C-C477-FD33-A999C3C73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242601-B8DC-8CAE-77BC-3B340FDCE9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1175" y="4724400"/>
            <a:ext cx="3548063" cy="603250"/>
          </a:xfrm>
        </p:spPr>
        <p:txBody>
          <a:bodyPr/>
          <a:lstStyle>
            <a:lvl1pPr algn="ctr"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Person Attributed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1901C-D3B6-FE97-01BF-56CBC6E82F9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AAEC9E-1735-91CB-318E-FFF653ADA1D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22996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old Statement 4">
    <p:bg>
      <p:bgPr>
        <a:solidFill>
          <a:srgbClr val="E3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11">
            <a:extLst>
              <a:ext uri="{FF2B5EF4-FFF2-40B4-BE49-F238E27FC236}">
                <a16:creationId xmlns:a16="http://schemas.microsoft.com/office/drawing/2014/main" id="{16DA894D-5FF4-3ADB-B9D2-BAD77318249B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636684E-8EE6-922B-BEA0-081CD2A021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5588" y="1271588"/>
            <a:ext cx="9139237" cy="3041650"/>
          </a:xfrm>
        </p:spPr>
        <p:txBody>
          <a:bodyPr anchor="ctr"/>
          <a:lstStyle>
            <a:lvl1pPr algn="ctr">
              <a:buNone/>
              <a:defRPr sz="6000">
                <a:latin typeface="+mj-lt"/>
              </a:defRPr>
            </a:lvl1pPr>
            <a:lvl2pPr algn="ctr">
              <a:buNone/>
              <a:defRPr sz="6000">
                <a:latin typeface="+mj-lt"/>
              </a:defRPr>
            </a:lvl2pPr>
            <a:lvl3pPr algn="ctr">
              <a:buNone/>
              <a:defRPr sz="6000">
                <a:latin typeface="+mj-lt"/>
              </a:defRPr>
            </a:lvl3pPr>
            <a:lvl4pPr algn="ctr">
              <a:buNone/>
              <a:defRPr sz="6000">
                <a:latin typeface="+mj-lt"/>
              </a:defRPr>
            </a:lvl4pPr>
            <a:lvl5pPr algn="ctr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 dirty="0"/>
              <a:t>Centered statement </a:t>
            </a:r>
            <a:br>
              <a:rPr lang="en-US" noProof="0" dirty="0"/>
            </a:br>
            <a:r>
              <a:rPr lang="en-US" noProof="0" dirty="0"/>
              <a:t>or quote in large font </a:t>
            </a:r>
            <a:br>
              <a:rPr lang="en-US" noProof="0" dirty="0"/>
            </a:br>
            <a:r>
              <a:rPr lang="en-US" noProof="0" dirty="0"/>
              <a:t>would go here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910E53-376E-76E7-684C-5B3E66D11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85B7D02-DB4B-197D-B87C-C3BECF4A01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1175" y="4724400"/>
            <a:ext cx="3548063" cy="603250"/>
          </a:xfrm>
        </p:spPr>
        <p:txBody>
          <a:bodyPr/>
          <a:lstStyle>
            <a:lvl1pPr algn="ctr"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Person Attributed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BDBD1-5B77-FC6C-0C67-6A219CC5B4C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98842-B36F-74FA-3304-4EBF586D198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00036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old Statement 5">
    <p:bg>
      <p:bgPr>
        <a:solidFill>
          <a:srgbClr val="E1F4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11">
            <a:extLst>
              <a:ext uri="{FF2B5EF4-FFF2-40B4-BE49-F238E27FC236}">
                <a16:creationId xmlns:a16="http://schemas.microsoft.com/office/drawing/2014/main" id="{617B0FDA-22E3-BF3A-8C14-8830549F55AB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B8B8BB-4DE4-8440-1A30-E7B9C7D3B7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5588" y="1271588"/>
            <a:ext cx="9139237" cy="3041650"/>
          </a:xfrm>
        </p:spPr>
        <p:txBody>
          <a:bodyPr anchor="ctr"/>
          <a:lstStyle>
            <a:lvl1pPr algn="ctr">
              <a:buNone/>
              <a:defRPr sz="6000">
                <a:latin typeface="+mj-lt"/>
              </a:defRPr>
            </a:lvl1pPr>
            <a:lvl2pPr algn="ctr">
              <a:buNone/>
              <a:defRPr sz="6000">
                <a:latin typeface="+mj-lt"/>
              </a:defRPr>
            </a:lvl2pPr>
            <a:lvl3pPr algn="ctr">
              <a:buNone/>
              <a:defRPr sz="6000">
                <a:latin typeface="+mj-lt"/>
              </a:defRPr>
            </a:lvl3pPr>
            <a:lvl4pPr algn="ctr">
              <a:buNone/>
              <a:defRPr sz="6000">
                <a:latin typeface="+mj-lt"/>
              </a:defRPr>
            </a:lvl4pPr>
            <a:lvl5pPr algn="ctr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 dirty="0"/>
              <a:t>Centered statement </a:t>
            </a:r>
            <a:br>
              <a:rPr lang="en-US" noProof="0" dirty="0"/>
            </a:br>
            <a:r>
              <a:rPr lang="en-US" noProof="0" dirty="0"/>
              <a:t>or quote in large font </a:t>
            </a:r>
            <a:br>
              <a:rPr lang="en-US" noProof="0" dirty="0"/>
            </a:br>
            <a:r>
              <a:rPr lang="en-US" noProof="0" dirty="0"/>
              <a:t>would go here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023931-F3A4-05D3-C3AB-A94393130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66095" y="4590000"/>
            <a:ext cx="859810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E42FBF-E990-EC8D-500E-E0D137C96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1175" y="4724400"/>
            <a:ext cx="3548063" cy="603250"/>
          </a:xfrm>
        </p:spPr>
        <p:txBody>
          <a:bodyPr/>
          <a:lstStyle>
            <a:lvl1pPr algn="ctr"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Person Attributed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A8031-EC0D-1E45-6F3C-6BA27F19693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9FA2A0-9802-39C1-568B-4B2E3866A97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80302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Vertical Text Placeholder 11">
            <a:extLst>
              <a:ext uri="{FF2B5EF4-FFF2-40B4-BE49-F238E27FC236}">
                <a16:creationId xmlns:a16="http://schemas.microsoft.com/office/drawing/2014/main" id="{8573304E-A153-164B-0371-259114300268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853347-ECE4-3F78-5828-65606185D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4714"/>
            <a:ext cx="10896600" cy="74687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B288B6-4E3A-7D21-67B5-05517E9CED6E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0100" y="1531938"/>
            <a:ext cx="3263900" cy="4810125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11" name="Table Placeholder 8">
            <a:extLst>
              <a:ext uri="{FF2B5EF4-FFF2-40B4-BE49-F238E27FC236}">
                <a16:creationId xmlns:a16="http://schemas.microsoft.com/office/drawing/2014/main" id="{B5F4081C-2DED-04A5-30ED-77F9D354D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bl" sz="quarter" idx="34"/>
          </p:nvPr>
        </p:nvSpPr>
        <p:spPr>
          <a:xfrm>
            <a:off x="4321175" y="1531938"/>
            <a:ext cx="7375525" cy="4046537"/>
          </a:xfrm>
        </p:spPr>
        <p:txBody>
          <a:bodyPr/>
          <a:lstStyle/>
          <a:p>
            <a:r>
              <a:rPr lang="pt-BR"/>
              <a:t>Clique no ícone para adicionar tabela</a:t>
            </a:r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F353FFF-6179-7887-60FB-6EC42F3421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1174" y="5857847"/>
            <a:ext cx="7375525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 dirty="0"/>
              <a:t>Insert table description for screen readers here.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ECA5CD-215D-0FB5-DCE8-549B3473F020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23321-E756-B43A-94D6-49669517253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402561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aph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Vertical Text Placeholder 11">
            <a:extLst>
              <a:ext uri="{FF2B5EF4-FFF2-40B4-BE49-F238E27FC236}">
                <a16:creationId xmlns:a16="http://schemas.microsoft.com/office/drawing/2014/main" id="{8573304E-A153-164B-0371-259114300268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853347-ECE4-3F78-5828-65606185D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4714"/>
            <a:ext cx="10896600" cy="74687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B288B6-4E3A-7D21-67B5-05517E9CED6E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00100" y="1531938"/>
            <a:ext cx="3263900" cy="4810125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1D477ABA-4678-ED25-532B-B03DE6965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4321174" y="1550179"/>
            <a:ext cx="7375526" cy="4029075"/>
          </a:xfrm>
        </p:spPr>
        <p:txBody>
          <a:bodyPr/>
          <a:lstStyle/>
          <a:p>
            <a:r>
              <a:rPr lang="pt-BR"/>
              <a:t>Clique no ícone para adicionar gráfico</a:t>
            </a:r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F353FFF-6179-7887-60FB-6EC42F3421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1174" y="5857847"/>
            <a:ext cx="7375525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/>
              <a:t>Insert chart/graph description for screen readers here.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ECA5CD-215D-0FB5-DCE8-549B3473F020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23321-E756-B43A-94D6-49669517253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52719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aph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763D7F4-77AD-EA0A-0D04-C56B67D26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49" y="1"/>
            <a:ext cx="3549651" cy="6867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Clario" panose="020B0503030300000000" pitchFamily="34" charset="0"/>
            </a:endParaRPr>
          </a:p>
        </p:txBody>
      </p:sp>
      <p:sp>
        <p:nvSpPr>
          <p:cNvPr id="8" name="Vertical Text Placeholder 11">
            <a:extLst>
              <a:ext uri="{FF2B5EF4-FFF2-40B4-BE49-F238E27FC236}">
                <a16:creationId xmlns:a16="http://schemas.microsoft.com/office/drawing/2014/main" id="{A27536B5-2FE7-93B9-3D8C-C09E000424BE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AA5C77A-36E6-B99D-B4BB-92755745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3875"/>
            <a:ext cx="3183321" cy="176212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93D5220-CE01-4391-64B2-AAFE6F32E1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0100" y="2543175"/>
            <a:ext cx="2994134" cy="38118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smtClean="0"/>
            </a:lvl1pPr>
            <a:lvl2pPr>
              <a:lnSpc>
                <a:spcPct val="100000"/>
              </a:lnSpc>
              <a:defRPr b="0" i="0">
                <a:latin typeface="+mn-lt"/>
              </a:defRPr>
            </a:lvl2pPr>
            <a:lvl3pPr>
              <a:lnSpc>
                <a:spcPct val="100000"/>
              </a:lnSpc>
              <a:defRPr b="0" i="0">
                <a:latin typeface="+mn-lt"/>
              </a:defRPr>
            </a:lvl3pPr>
            <a:lvl4pPr>
              <a:lnSpc>
                <a:spcPct val="100000"/>
              </a:lnSpc>
              <a:defRPr b="0" i="0">
                <a:latin typeface="+mn-lt"/>
              </a:defRPr>
            </a:lvl4pPr>
            <a:lvl5pPr>
              <a:lnSpc>
                <a:spcPct val="100000"/>
              </a:lnSpc>
              <a:defRPr b="0" i="0">
                <a:latin typeface="+mn-lt"/>
              </a:defRPr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E7B53C9E-00D7-2167-08C0-1D3C3FC8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4321175" y="523875"/>
            <a:ext cx="7375525" cy="5038725"/>
          </a:xfrm>
        </p:spPr>
        <p:txBody>
          <a:bodyPr/>
          <a:lstStyle/>
          <a:p>
            <a:r>
              <a:rPr lang="pt-BR"/>
              <a:t>Clique no ícone para adicionar gráfico</a:t>
            </a:r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35B2331-8A07-507A-74C1-837B6844AF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1175" y="5863714"/>
            <a:ext cx="7373938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/>
              <a:t>Insert chart/graph description for screen readers here.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9409F2-A0CA-B37B-4872-9AEC49398C0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6B59F-9606-F5A9-3BDB-1AC286A0AB7C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52372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aph Amb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Vertical Text Placeholder 11">
            <a:extLst>
              <a:ext uri="{FF2B5EF4-FFF2-40B4-BE49-F238E27FC236}">
                <a16:creationId xmlns:a16="http://schemas.microsoft.com/office/drawing/2014/main" id="{A27536B5-2FE7-93B9-3D8C-C09E000424BE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63D7F4-77AD-EA0A-0D04-C56B67D26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49" y="1"/>
            <a:ext cx="3549651" cy="686707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Clario" panose="020B0503030300000000" pitchFamily="34" charset="0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AA5C77A-36E6-B99D-B4BB-92755745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3875"/>
            <a:ext cx="3183321" cy="176212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93D5220-CE01-4391-64B2-AAFE6F32E1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0100" y="2543175"/>
            <a:ext cx="2994134" cy="38118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smtClean="0"/>
            </a:lvl1pPr>
            <a:lvl2pPr>
              <a:lnSpc>
                <a:spcPct val="100000"/>
              </a:lnSpc>
              <a:defRPr b="0" i="0">
                <a:latin typeface="+mn-lt"/>
              </a:defRPr>
            </a:lvl2pPr>
            <a:lvl3pPr>
              <a:lnSpc>
                <a:spcPct val="100000"/>
              </a:lnSpc>
              <a:defRPr b="0" i="0">
                <a:latin typeface="+mn-lt"/>
              </a:defRPr>
            </a:lvl3pPr>
            <a:lvl4pPr>
              <a:lnSpc>
                <a:spcPct val="100000"/>
              </a:lnSpc>
              <a:defRPr b="0" i="0">
                <a:latin typeface="+mn-lt"/>
              </a:defRPr>
            </a:lvl4pPr>
            <a:lvl5pPr>
              <a:lnSpc>
                <a:spcPct val="100000"/>
              </a:lnSpc>
              <a:defRPr b="0" i="0">
                <a:latin typeface="+mn-lt"/>
              </a:defRPr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E7B53C9E-00D7-2167-08C0-1D3C3FC8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4321175" y="523875"/>
            <a:ext cx="7375525" cy="5038725"/>
          </a:xfrm>
        </p:spPr>
        <p:txBody>
          <a:bodyPr/>
          <a:lstStyle/>
          <a:p>
            <a:r>
              <a:rPr lang="pt-BR"/>
              <a:t>Clique no ícone para adicionar gráfico</a:t>
            </a:r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35B2331-8A07-507A-74C1-837B6844AF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1175" y="5863714"/>
            <a:ext cx="7373938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/>
              <a:t>Insert chart/graph description for screen readers here.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9409F2-A0CA-B37B-4872-9AEC49398C0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6B59F-9606-F5A9-3BDB-1AC286A0AB7C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13121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aph Sk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763D7F4-77AD-EA0A-0D04-C56B67D26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49" y="1"/>
            <a:ext cx="3549651" cy="68670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Clario" panose="020B0503030300000000" pitchFamily="34" charset="0"/>
            </a:endParaRPr>
          </a:p>
        </p:txBody>
      </p:sp>
      <p:sp>
        <p:nvSpPr>
          <p:cNvPr id="8" name="Vertical Text Placeholder 11">
            <a:extLst>
              <a:ext uri="{FF2B5EF4-FFF2-40B4-BE49-F238E27FC236}">
                <a16:creationId xmlns:a16="http://schemas.microsoft.com/office/drawing/2014/main" id="{A27536B5-2FE7-93B9-3D8C-C09E000424BE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AA5C77A-36E6-B99D-B4BB-92755745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3875"/>
            <a:ext cx="3183321" cy="176212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93D5220-CE01-4391-64B2-AAFE6F32E1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0100" y="2543175"/>
            <a:ext cx="2994134" cy="38118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smtClean="0"/>
            </a:lvl1pPr>
            <a:lvl2pPr>
              <a:lnSpc>
                <a:spcPct val="100000"/>
              </a:lnSpc>
              <a:defRPr b="0" i="0">
                <a:latin typeface="+mn-lt"/>
              </a:defRPr>
            </a:lvl2pPr>
            <a:lvl3pPr>
              <a:lnSpc>
                <a:spcPct val="100000"/>
              </a:lnSpc>
              <a:defRPr b="0" i="0">
                <a:latin typeface="+mn-lt"/>
              </a:defRPr>
            </a:lvl3pPr>
            <a:lvl4pPr>
              <a:lnSpc>
                <a:spcPct val="100000"/>
              </a:lnSpc>
              <a:defRPr b="0" i="0">
                <a:latin typeface="+mn-lt"/>
              </a:defRPr>
            </a:lvl4pPr>
            <a:lvl5pPr>
              <a:lnSpc>
                <a:spcPct val="100000"/>
              </a:lnSpc>
              <a:defRPr b="0" i="0">
                <a:latin typeface="+mn-lt"/>
              </a:defRPr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E7B53C9E-00D7-2167-08C0-1D3C3FC8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4321175" y="523875"/>
            <a:ext cx="7375525" cy="5038725"/>
          </a:xfrm>
        </p:spPr>
        <p:txBody>
          <a:bodyPr/>
          <a:lstStyle/>
          <a:p>
            <a:r>
              <a:rPr lang="pt-BR"/>
              <a:t>Clique no ícone para adicionar gráfico</a:t>
            </a:r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35B2331-8A07-507A-74C1-837B6844AF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1175" y="5863714"/>
            <a:ext cx="7373938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/>
              <a:t>Insert chart/graph description for screen readers here.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9409F2-A0CA-B37B-4872-9AEC49398C0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6B59F-9606-F5A9-3BDB-1AC286A0AB7C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41569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aph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763D7F4-77AD-EA0A-0D04-C56B67D26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49" y="1"/>
            <a:ext cx="3549651" cy="68670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Clario" panose="020B0503030300000000" pitchFamily="34" charset="0"/>
            </a:endParaRPr>
          </a:p>
        </p:txBody>
      </p:sp>
      <p:sp>
        <p:nvSpPr>
          <p:cNvPr id="8" name="Vertical Text Placeholder 11">
            <a:extLst>
              <a:ext uri="{FF2B5EF4-FFF2-40B4-BE49-F238E27FC236}">
                <a16:creationId xmlns:a16="http://schemas.microsoft.com/office/drawing/2014/main" id="{A27536B5-2FE7-93B9-3D8C-C09E000424BE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AA5C77A-36E6-B99D-B4BB-92755745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3875"/>
            <a:ext cx="3183321" cy="176212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93D5220-CE01-4391-64B2-AAFE6F32E1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0100" y="2543175"/>
            <a:ext cx="2994134" cy="38118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smtClean="0"/>
            </a:lvl1pPr>
            <a:lvl2pPr>
              <a:lnSpc>
                <a:spcPct val="100000"/>
              </a:lnSpc>
              <a:defRPr b="0" i="0">
                <a:latin typeface="+mn-lt"/>
              </a:defRPr>
            </a:lvl2pPr>
            <a:lvl3pPr>
              <a:lnSpc>
                <a:spcPct val="100000"/>
              </a:lnSpc>
              <a:defRPr b="0" i="0">
                <a:latin typeface="+mn-lt"/>
              </a:defRPr>
            </a:lvl3pPr>
            <a:lvl4pPr>
              <a:lnSpc>
                <a:spcPct val="100000"/>
              </a:lnSpc>
              <a:defRPr b="0" i="0">
                <a:latin typeface="+mn-lt"/>
              </a:defRPr>
            </a:lvl4pPr>
            <a:lvl5pPr>
              <a:lnSpc>
                <a:spcPct val="100000"/>
              </a:lnSpc>
              <a:defRPr b="0" i="0">
                <a:latin typeface="+mn-lt"/>
              </a:defRPr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E7B53C9E-00D7-2167-08C0-1D3C3FC8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4321175" y="523875"/>
            <a:ext cx="7375525" cy="5038725"/>
          </a:xfrm>
        </p:spPr>
        <p:txBody>
          <a:bodyPr/>
          <a:lstStyle/>
          <a:p>
            <a:r>
              <a:rPr lang="pt-BR"/>
              <a:t>Clique no ícone para adicionar gráfico</a:t>
            </a:r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35B2331-8A07-507A-74C1-837B6844AF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1175" y="5863714"/>
            <a:ext cx="7373938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/>
              <a:t>Insert chart/graph description for screen readers here.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9409F2-A0CA-B37B-4872-9AEC49398C0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6B59F-9606-F5A9-3BDB-1AC286A0AB7C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81689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aph Li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763D7F4-77AD-EA0A-0D04-C56B67D26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4349" y="1"/>
            <a:ext cx="3549651" cy="686707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Clario" panose="020B0503030300000000" pitchFamily="34" charset="0"/>
            </a:endParaRPr>
          </a:p>
        </p:txBody>
      </p:sp>
      <p:sp>
        <p:nvSpPr>
          <p:cNvPr id="8" name="Vertical Text Placeholder 11">
            <a:extLst>
              <a:ext uri="{FF2B5EF4-FFF2-40B4-BE49-F238E27FC236}">
                <a16:creationId xmlns:a16="http://schemas.microsoft.com/office/drawing/2014/main" id="{A27536B5-2FE7-93B9-3D8C-C09E000424BE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AA5C77A-36E6-B99D-B4BB-92755745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23875"/>
            <a:ext cx="3183321" cy="176212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693D5220-CE01-4391-64B2-AAFE6F32E1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0100" y="2543175"/>
            <a:ext cx="2994134" cy="381189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smtClean="0"/>
            </a:lvl1pPr>
            <a:lvl2pPr>
              <a:lnSpc>
                <a:spcPct val="100000"/>
              </a:lnSpc>
              <a:defRPr b="0" i="0">
                <a:latin typeface="+mn-lt"/>
              </a:defRPr>
            </a:lvl2pPr>
            <a:lvl3pPr>
              <a:lnSpc>
                <a:spcPct val="100000"/>
              </a:lnSpc>
              <a:defRPr b="0" i="0">
                <a:latin typeface="+mn-lt"/>
              </a:defRPr>
            </a:lvl3pPr>
            <a:lvl4pPr>
              <a:lnSpc>
                <a:spcPct val="100000"/>
              </a:lnSpc>
              <a:defRPr b="0" i="0">
                <a:latin typeface="+mn-lt"/>
              </a:defRPr>
            </a:lvl4pPr>
            <a:lvl5pPr>
              <a:lnSpc>
                <a:spcPct val="100000"/>
              </a:lnSpc>
              <a:defRPr b="0" i="0">
                <a:latin typeface="+mn-lt"/>
              </a:defRPr>
            </a:lvl5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E7B53C9E-00D7-2167-08C0-1D3C3FC87CCD}"/>
              </a:ext>
            </a:extLst>
          </p:cNvPr>
          <p:cNvSpPr>
            <a:spLocks noGrp="1"/>
          </p:cNvSpPr>
          <p:nvPr>
            <p:ph type="chart" sz="quarter" idx="33"/>
          </p:nvPr>
        </p:nvSpPr>
        <p:spPr>
          <a:xfrm>
            <a:off x="4321175" y="523875"/>
            <a:ext cx="7375525" cy="5038725"/>
          </a:xfrm>
        </p:spPr>
        <p:txBody>
          <a:bodyPr/>
          <a:lstStyle/>
          <a:p>
            <a:r>
              <a:rPr lang="pt-BR"/>
              <a:t>Clique no ícone para adicionar gráfico</a:t>
            </a:r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35B2331-8A07-507A-74C1-837B6844AF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1175" y="5863714"/>
            <a:ext cx="7373938" cy="46926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900" b="0">
                <a:latin typeface="+mj-lt"/>
              </a:defRPr>
            </a:lvl1pPr>
            <a:lvl2pPr>
              <a:defRPr sz="900" b="0">
                <a:latin typeface="+mj-lt"/>
              </a:defRPr>
            </a:lvl2pPr>
            <a:lvl3pPr>
              <a:defRPr sz="900" b="0">
                <a:latin typeface="+mj-lt"/>
              </a:defRPr>
            </a:lvl3pPr>
            <a:lvl4pPr>
              <a:defRPr sz="900" b="0">
                <a:latin typeface="+mj-lt"/>
              </a:defRPr>
            </a:lvl4pPr>
            <a:lvl5pPr>
              <a:defRPr sz="900" b="0">
                <a:latin typeface="+mj-lt"/>
              </a:defRPr>
            </a:lvl5pPr>
          </a:lstStyle>
          <a:p>
            <a:pPr lvl="0"/>
            <a:r>
              <a:rPr lang="en-US" noProof="0"/>
              <a:t>Insert chart/graph description for screen readers here.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69409F2-A0CA-B37B-4872-9AEC49398C0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56B59F-9606-F5A9-3BDB-1AC286A0AB7C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35727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ertical Text Placeholder 11">
            <a:extLst>
              <a:ext uri="{FF2B5EF4-FFF2-40B4-BE49-F238E27FC236}">
                <a16:creationId xmlns:a16="http://schemas.microsoft.com/office/drawing/2014/main" id="{727A061E-F9E5-8061-D6E8-74559DFC95A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23" y="548837"/>
            <a:ext cx="4149692" cy="119588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2023" y="1975534"/>
            <a:ext cx="4149692" cy="4366529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E197C8-0E3E-E0BB-192E-91098A38DCF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332413" y="523875"/>
            <a:ext cx="6364287" cy="5818188"/>
          </a:xfrm>
        </p:spPr>
        <p:txBody>
          <a:bodyPr/>
          <a:lstStyle>
            <a:lvl1pPr>
              <a:defRPr lang="en-US" smtClean="0"/>
            </a:lvl1pPr>
          </a:lstStyle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0F9F5A-5E15-8EBC-95FD-701111FC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729E2A-DF39-F876-FAF2-86164370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3635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1C7F59E7-0EB0-EEAB-E38E-CB7BE3944472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538327"/>
            <a:ext cx="4149692" cy="99361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0100" y="1771358"/>
            <a:ext cx="4149692" cy="4570706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8091" y="523875"/>
            <a:ext cx="6377021" cy="5818189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DD5A4-B2CE-FFBA-7208-9DD22C5BA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6AAC2-C2DB-EF12-83A8-59988CF93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28224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Text Placeholder 11">
            <a:extLst>
              <a:ext uri="{FF2B5EF4-FFF2-40B4-BE49-F238E27FC236}">
                <a16:creationId xmlns:a16="http://schemas.microsoft.com/office/drawing/2014/main" id="{A97ADCAE-6444-8BAC-A97F-3A86DD54FE00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523875"/>
            <a:ext cx="7326314" cy="2457069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0100" y="3303041"/>
            <a:ext cx="10896600" cy="30390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340A-1CE2-59A9-FBEB-D645BE08C5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E0EB2-381F-CBB3-416B-C4D3A3B35A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543168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ertical Text Placeholder 11">
            <a:extLst>
              <a:ext uri="{FF2B5EF4-FFF2-40B4-BE49-F238E27FC236}">
                <a16:creationId xmlns:a16="http://schemas.microsoft.com/office/drawing/2014/main" id="{CB65C947-F70D-18E3-BB4A-A7243B0E411B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306997"/>
            <a:ext cx="5078529" cy="254880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8082A1-B54D-5676-24F5-E642831E54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0613" y="2306997"/>
            <a:ext cx="5524500" cy="254880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9C4C-A487-CA81-8E2F-217ADD79B7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B878A-B373-F7AF-4E05-A6BC1CF67A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325268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Vertical Text Placeholder 11">
            <a:extLst>
              <a:ext uri="{FF2B5EF4-FFF2-40B4-BE49-F238E27FC236}">
                <a16:creationId xmlns:a16="http://schemas.microsoft.com/office/drawing/2014/main" id="{3767E13C-33DD-1794-794A-D4EFB9B4AB31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1559970"/>
            <a:ext cx="8339138" cy="1994682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0100" y="3850289"/>
            <a:ext cx="8339138" cy="1994682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FE82D-45AD-586A-57CC-E8CB850886B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04F79-1BC5-C7EA-21A8-70B611E889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500964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ertical Text Placeholder 11">
            <a:extLst>
              <a:ext uri="{FF2B5EF4-FFF2-40B4-BE49-F238E27FC236}">
                <a16:creationId xmlns:a16="http://schemas.microsoft.com/office/drawing/2014/main" id="{9BCDD193-D83B-9CC7-5CEC-BDC109F12FC3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100013" y="111125"/>
            <a:ext cx="331787" cy="2432050"/>
          </a:xfrm>
        </p:spPr>
        <p:txBody>
          <a:bodyPr vert="eaVert">
            <a:noAutofit/>
          </a:bodyPr>
          <a:lstStyle>
            <a:lvl1pPr algn="r">
              <a:buNone/>
              <a:defRPr sz="1050">
                <a:solidFill>
                  <a:schemeClr val="bg1"/>
                </a:solidFill>
                <a:latin typeface="+mj-lt"/>
              </a:defRPr>
            </a:lvl1pPr>
            <a:lvl2pPr>
              <a:buNone/>
              <a:defRPr sz="1050"/>
            </a:lvl2pPr>
            <a:lvl3pPr>
              <a:buNone/>
              <a:defRPr sz="1050"/>
            </a:lvl3pPr>
            <a:lvl4pPr>
              <a:buNone/>
              <a:defRPr sz="1050"/>
            </a:lvl4pPr>
            <a:lvl5pPr>
              <a:buNone/>
              <a:defRPr sz="1050"/>
            </a:lvl5pPr>
          </a:lstStyle>
          <a:p>
            <a:pPr lvl="0"/>
            <a:r>
              <a:rPr lang="en-US" dirty="0"/>
              <a:t>Section title here (optional)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572000"/>
            <a:ext cx="5295900" cy="1770063"/>
          </a:xfrm>
        </p:spPr>
        <p:txBody>
          <a:bodyPr>
            <a:noAutofit/>
          </a:bodyPr>
          <a:lstStyle>
            <a:lvl1pPr>
              <a:defRPr sz="44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A91E99E-6B8D-7D90-0BEE-C39226FFC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4350" y="0"/>
            <a:ext cx="11677650" cy="4360244"/>
          </a:xfrm>
        </p:spPr>
        <p:txBody>
          <a:bodyPr/>
          <a:lstStyle>
            <a:lvl1pPr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59C69D-3646-6F3B-AE3B-8FF35016CA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4572000"/>
            <a:ext cx="5372100" cy="1770063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0571571-A1CF-1806-CE76-78FB95931B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E7F415-8B60-C5BC-59C0-99F17DC654C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45823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F0349A-D713-31ED-CE72-4304D969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12230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37F3C-2233-1EE2-70F7-8B83815C4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0" y="1653254"/>
            <a:ext cx="103201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j-lt"/>
              </a:rPr>
              <a:t>Column Header</a:t>
            </a:r>
          </a:p>
          <a:p>
            <a:pPr marL="0" indent="0">
              <a:buNone/>
            </a:pPr>
            <a:r>
              <a:rPr lang="en-US" dirty="0"/>
              <a:t>Body text here.</a:t>
            </a:r>
          </a:p>
          <a:p>
            <a:r>
              <a:rPr lang="en-US" dirty="0"/>
              <a:t>Bullet Level one</a:t>
            </a:r>
          </a:p>
          <a:p>
            <a:pPr lvl="1"/>
            <a:r>
              <a:rPr lang="en-US" dirty="0"/>
              <a:t>Sub bullet level two</a:t>
            </a:r>
          </a:p>
          <a:p>
            <a:pPr lvl="1"/>
            <a:r>
              <a:rPr lang="en-US" dirty="0"/>
              <a:t>Sub bullet level two</a:t>
            </a:r>
          </a:p>
          <a:p>
            <a:r>
              <a:rPr lang="en-US" dirty="0"/>
              <a:t>Bullet level one</a:t>
            </a:r>
          </a:p>
          <a:p>
            <a:pPr marL="0" indent="0">
              <a:buNone/>
            </a:pPr>
            <a:r>
              <a:rPr lang="en-US" dirty="0"/>
              <a:t>Back to body copy</a:t>
            </a:r>
          </a:p>
          <a:p>
            <a:endParaRPr lang="en-US" dirty="0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A3DEFDD7-C145-2434-7D4B-9649315D3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0412" y="6464361"/>
            <a:ext cx="8031895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B5376EC3-5A22-16B8-32E3-B70BCB80B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28100" y="6464361"/>
            <a:ext cx="2768600" cy="271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E271BE6-CB02-4C4E-B14B-7A5A9FD7AB1F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697BE9-615E-A713-7A20-D0B1F6884B65}"/>
              </a:ext>
            </a:extLst>
          </p:cNvPr>
          <p:cNvSpPr/>
          <p:nvPr userDrawn="1"/>
        </p:nvSpPr>
        <p:spPr>
          <a:xfrm>
            <a:off x="0" y="6342062"/>
            <a:ext cx="514350" cy="5159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F5EF94F7-DE82-0543-B42D-1DBC3ABA7341}" type="slidenum">
              <a:rPr lang="en-US" sz="1050" smtClean="0"/>
              <a:t>‹nº›</a:t>
            </a:fld>
            <a:endParaRPr lang="en-US" sz="10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96AAB1-309E-4E95-DCF7-899B625A8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14350" cy="6334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063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13" r:id="rId2"/>
    <p:sldLayoutId id="2147483714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665" r:id="rId9"/>
    <p:sldLayoutId id="2147483667" r:id="rId10"/>
    <p:sldLayoutId id="2147483669" r:id="rId11"/>
    <p:sldLayoutId id="2147483670" r:id="rId12"/>
    <p:sldLayoutId id="2147483674" r:id="rId13"/>
    <p:sldLayoutId id="2147483715" r:id="rId14"/>
    <p:sldLayoutId id="2147483716" r:id="rId15"/>
    <p:sldLayoutId id="2147483717" r:id="rId16"/>
    <p:sldLayoutId id="2147483718" r:id="rId17"/>
    <p:sldLayoutId id="2147483675" r:id="rId18"/>
    <p:sldLayoutId id="2147483676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677" r:id="rId26"/>
    <p:sldLayoutId id="2147483678" r:id="rId27"/>
    <p:sldLayoutId id="2147483679" r:id="rId28"/>
    <p:sldLayoutId id="2147483680" r:id="rId29"/>
    <p:sldLayoutId id="2147483719" r:id="rId30"/>
    <p:sldLayoutId id="2147483682" r:id="rId31"/>
    <p:sldLayoutId id="2147483683" r:id="rId32"/>
    <p:sldLayoutId id="2147483684" r:id="rId33"/>
    <p:sldLayoutId id="2147483735" r:id="rId34"/>
    <p:sldLayoutId id="2147483736" r:id="rId35"/>
    <p:sldLayoutId id="2147483737" r:id="rId36"/>
    <p:sldLayoutId id="2147483738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26" r:id="rId55"/>
    <p:sldLayoutId id="2147483727" r:id="rId56"/>
    <p:sldLayoutId id="2147483728" r:id="rId57"/>
    <p:sldLayoutId id="2147483729" r:id="rId58"/>
    <p:sldLayoutId id="2147483730" r:id="rId59"/>
    <p:sldLayoutId id="2147483758" r:id="rId60"/>
    <p:sldLayoutId id="2147483731" r:id="rId61"/>
    <p:sldLayoutId id="2147483732" r:id="rId62"/>
    <p:sldLayoutId id="2147483733" r:id="rId63"/>
    <p:sldLayoutId id="2147483734" r:id="rId64"/>
    <p:sldLayoutId id="2147483739" r:id="rId65"/>
    <p:sldLayoutId id="2147483740" r:id="rId66"/>
    <p:sldLayoutId id="2147483702" r:id="rId67"/>
    <p:sldLayoutId id="2147483703" r:id="rId68"/>
    <p:sldLayoutId id="2147483704" r:id="rId69"/>
    <p:sldLayoutId id="2147483705" r:id="rId70"/>
    <p:sldLayoutId id="2147483706" r:id="rId71"/>
    <p:sldLayoutId id="2147483707" r:id="rId7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24" userDrawn="1">
          <p15:clr>
            <a:srgbClr val="F26B43"/>
          </p15:clr>
        </p15:guide>
        <p15:guide id="4" pos="961" userDrawn="1">
          <p15:clr>
            <a:srgbClr val="F26B43"/>
          </p15:clr>
        </p15:guide>
        <p15:guide id="5" pos="1123" userDrawn="1">
          <p15:clr>
            <a:srgbClr val="F26B43"/>
          </p15:clr>
        </p15:guide>
        <p15:guide id="6" pos="1760" userDrawn="1">
          <p15:clr>
            <a:srgbClr val="F26B43"/>
          </p15:clr>
        </p15:guide>
        <p15:guide id="7" pos="1922" userDrawn="1">
          <p15:clr>
            <a:srgbClr val="F26B43"/>
          </p15:clr>
        </p15:guide>
        <p15:guide id="8" pos="2560" userDrawn="1">
          <p15:clr>
            <a:srgbClr val="F26B43"/>
          </p15:clr>
        </p15:guide>
        <p15:guide id="9" pos="2722" userDrawn="1">
          <p15:clr>
            <a:srgbClr val="F26B43"/>
          </p15:clr>
        </p15:guide>
        <p15:guide id="10" pos="3359" userDrawn="1">
          <p15:clr>
            <a:srgbClr val="F26B43"/>
          </p15:clr>
        </p15:guide>
        <p15:guide id="11" pos="3521" userDrawn="1">
          <p15:clr>
            <a:srgbClr val="F26B43"/>
          </p15:clr>
        </p15:guide>
        <p15:guide id="12" pos="4158" userDrawn="1">
          <p15:clr>
            <a:srgbClr val="F26B43"/>
          </p15:clr>
        </p15:guide>
        <p15:guide id="13" pos="4320" userDrawn="1">
          <p15:clr>
            <a:srgbClr val="F26B43"/>
          </p15:clr>
        </p15:guide>
        <p15:guide id="14" pos="4957" userDrawn="1">
          <p15:clr>
            <a:srgbClr val="F26B43"/>
          </p15:clr>
        </p15:guide>
        <p15:guide id="15" pos="5119" userDrawn="1">
          <p15:clr>
            <a:srgbClr val="F26B43"/>
          </p15:clr>
        </p15:guide>
        <p15:guide id="16" pos="5757" userDrawn="1">
          <p15:clr>
            <a:srgbClr val="F26B43"/>
          </p15:clr>
        </p15:guide>
        <p15:guide id="17" pos="5919" userDrawn="1">
          <p15:clr>
            <a:srgbClr val="F26B43"/>
          </p15:clr>
        </p15:guide>
        <p15:guide id="18" pos="6556" userDrawn="1">
          <p15:clr>
            <a:srgbClr val="F26B43"/>
          </p15:clr>
        </p15:guide>
        <p15:guide id="19" pos="6718" userDrawn="1">
          <p15:clr>
            <a:srgbClr val="F26B43"/>
          </p15:clr>
        </p15:guide>
        <p15:guide id="20" pos="7368" userDrawn="1">
          <p15:clr>
            <a:srgbClr val="F26B43"/>
          </p15:clr>
        </p15:guide>
        <p15:guide id="21" orient="horz" userDrawn="1">
          <p15:clr>
            <a:srgbClr val="F26B43"/>
          </p15:clr>
        </p15:guide>
        <p15:guide id="22" orient="horz" pos="4320" userDrawn="1">
          <p15:clr>
            <a:srgbClr val="F26B43"/>
          </p15:clr>
        </p15:guide>
        <p15:guide id="24" orient="horz" pos="801" userDrawn="1">
          <p15:clr>
            <a:srgbClr val="F26B43"/>
          </p15:clr>
        </p15:guide>
        <p15:guide id="26" orient="horz" pos="1440" userDrawn="1">
          <p15:clr>
            <a:srgbClr val="F26B43"/>
          </p15:clr>
        </p15:guide>
        <p15:guide id="27" orient="horz" pos="1602" userDrawn="1">
          <p15:clr>
            <a:srgbClr val="F26B43"/>
          </p15:clr>
        </p15:guide>
        <p15:guide id="28" orient="horz" pos="2079" userDrawn="1">
          <p15:clr>
            <a:srgbClr val="F26B43"/>
          </p15:clr>
        </p15:guide>
        <p15:guide id="29" orient="horz" pos="2240" userDrawn="1">
          <p15:clr>
            <a:srgbClr val="F26B43"/>
          </p15:clr>
        </p15:guide>
        <p15:guide id="30" orient="horz" pos="2717" userDrawn="1">
          <p15:clr>
            <a:srgbClr val="F26B43"/>
          </p15:clr>
        </p15:guide>
        <p15:guide id="31" orient="horz" pos="2880" userDrawn="1">
          <p15:clr>
            <a:srgbClr val="F26B43"/>
          </p15:clr>
        </p15:guide>
        <p15:guide id="32" orient="horz" pos="3356" userDrawn="1">
          <p15:clr>
            <a:srgbClr val="F26B43"/>
          </p15:clr>
        </p15:guide>
        <p15:guide id="33" orient="horz" pos="3504" userDrawn="1">
          <p15:clr>
            <a:srgbClr val="F26B43"/>
          </p15:clr>
        </p15:guide>
        <p15:guide id="34" orient="horz" pos="3995" userDrawn="1">
          <p15:clr>
            <a:srgbClr val="F26B43"/>
          </p15:clr>
        </p15:guide>
        <p15:guide id="35" orient="horz" pos="330" userDrawn="1">
          <p15:clr>
            <a:srgbClr val="F26B43"/>
          </p15:clr>
        </p15:guide>
        <p15:guide id="36" orient="horz" pos="965" userDrawn="1">
          <p15:clr>
            <a:srgbClr val="F26B43"/>
          </p15:clr>
        </p15:guide>
        <p15:guide id="37" pos="504" userDrawn="1">
          <p15:clr>
            <a:srgbClr val="5ACBF0"/>
          </p15:clr>
        </p15:guide>
        <p15:guide id="38" pos="73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0">
                <a:solidFill>
                  <a:srgbClr val="123015"/>
                </a:solidFill>
                <a:latin typeface="Clario Medium"/>
              </a:rPr>
              <a:t>Projeto Folha </a:t>
            </a:r>
            <a:r>
              <a:rPr sz="4400" b="0">
                <a:solidFill>
                  <a:srgbClr val="D64000"/>
                </a:solidFill>
                <a:latin typeface="Clario Medium"/>
              </a:rPr>
              <a:t>SDD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b="0">
                <a:solidFill>
                  <a:srgbClr val="123015"/>
                </a:solidFill>
                <a:latin typeface="Clario"/>
              </a:rPr>
              <a:t>Spec-Driven Development para Analistas de Produto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3015"/>
                </a:solidFill>
                <a:latin typeface="Clario Medium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O que e o Projeto Folha SDD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Desafios que enfrentamos hoje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Como a IA do Cursor nos ajuda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O papel do analista no projeto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Pipeline de trabalho (7 fases)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Agentes inteligentes e orquestracao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Exemplos praticos de uso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Poder do codigo-fonte nas suas maos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Como comecar e proximos passos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23015"/>
                </a:solidFill>
                <a:latin typeface="Clario"/>
              </a:rPr>
              <a:t>• Duvidas e discussao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O que e o Projeto Folha SDD?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5295899" cy="5000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Visao Geral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Gestao de definicoes de regras de negocio do Sistema de Folha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Metodologia Spec-Driven Development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Nao e um projeto de codigo -- e de produto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Base compartilhada de conhecimento via OneDrive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IA como copiloto para analise e criacao de definicoes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Numeros do Projeto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12 modulos do sistema cobertos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~35.000 SAIs no banco de dados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~5.583 arquivos de codigo-fonte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17 analistas de produto conectados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Templates padronizados para PSAIs e SAIs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Desafios que Enfrentamos Hoje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Complexidade Tecnica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Codigo-fonte em PowerBuilder com ~5.583 arquivos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106 PBLs para navegar e entender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Banco de ~35.000 SAIs dificil de pesquisar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Cruzamento de informacoes manual e demorado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Conhecimento fragmentado entre pessoas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Impacto no Dia a Dia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Tempo excessivo em duvidas com desenvolvimento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Risco de inconsistencia entre definicoes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Dificuldade de mapear impactos cruzados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Retrabalho por falta de padronizacao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Perda de contexto entre demandas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Como a IA do Cursor nos Ajuda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Capacidades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Busca inteligente em 35.000 SAIs em segundos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Analisa codigo-fonte e traduz para linguagem de produto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Cruza definicoes e identifica impactos automaticamente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Gera cenarios de teste a partir da analise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Resultados Esperados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Reduz tempo de pesquisa de horas para minutos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Padroniza formato de todas as definicoes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Mantem historico rastreavel de decisoes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Menos dependencia do desenvolvimento para duvidas tecnicas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O Papel do Analista no Projeto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Seu Protagonismo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O projeto depende de VOCES para funcionar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A IA e o copiloto -- o analista e o piloto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Quanto melhor o dialogo, melhores os resultados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Cada interacao ensina a IA sobre nosso dominio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Voce define O QUE precisa; a IA ajuda no COMO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O que Voce Ganha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Melhoria de qualidade nas definicoes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Reducao de tempo de entrega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Desenvolvimento de habilidades tecnicas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Conhecimento compartilhado e documentado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23015"/>
                </a:solidFill>
                <a:latin typeface="Clario"/>
              </a:rPr>
              <a:t>• Menos retrabalho, mais consistencia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Pipeline de Trabalho: 7 Fases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Fases 1-4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1. RECEPCAO -- Voce informa a demanda (NE/SAM/SAL)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2. CONTEXTO -- IA busca SAIs relacionadas e definicoes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3. CODIGO -- IA analisa codigo e traduz para produto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4. CENARIOS -- IA gera cenarios de teste (BDD interno)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Fases 5-7 + Entrega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5. DIALOGO -- Voce e a IA refinam cenarios juntos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6. DEFINICAO -- IA gera PSAI/SAI no formato padrao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7. QUALIDADE -- IA revisa completude e clareza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Resultado: Definicao pronta em meu-trabalho/concluido/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Agentes Inteligentes e Orquestracao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Agentes Disponveis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Produto -- Orquestrador principal (7 fases)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Codigo -- Analisa codigo e traduz para produto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Definicao -- Cria regras de negocio padronizadas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Revisao -- Revisa e emite parecer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Orquestracao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Impacto -- Analise cruzada entre modulos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Consolidacao -- Metricas e resumos do time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Projeto SDD -- Melhoria continua do projeto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Voce pode orquestrar varios agentes em paralelo,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delegando tarefas diferentes simultaneamente!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Exemplo: Analisando uma 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O que voce faz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Voce digita no Cursor: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"Recebi a NE 95069 sobre FGTS CCT,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me ajuda a analisar?"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 IA automaticamente: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1. Busca SAIs relacionadas a FGTS CCT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2. Analisa o codigo-fonte do modulo FGTS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3. Identifica regras existentes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O que voce recebe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Resultado: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Contexto completo da NE com SAIs existentes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Analise do codigo em linguagem de produto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Cenarios de teste sugeridos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PSAI gerada no formato padrao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Tempo: ~15 min vs horas no processo manual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Exemplo: Codigo-fonte nas suas Maos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Exemplos de Prompts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Perguntas que voce pode fazer: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"O que o sistema faz quando calcula ferias?"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"Quais tabelas sao usadas no calculo de INSS?"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"Existe validacao de data no modulo rescisao?"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"Como funciona o calculo proporcional do 13o?"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Ganhos para o Produto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Beneficios diretos: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Menos chamados para o desenvolvimento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Respostas imediatas sobre comportamento do sistema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Confrontar regras com o codigo real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Pensar em cenarios de teste com base no codigo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Entender impactos antes de definir mudancas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Exemplo: Busca Inteligente de SAIs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Como Buscar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Formas de buscar: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"Quais definicoes existem no modulo de ferias?"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"Busque SAIs pendentes sobre eSocial"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"Liste NEs liberadas sobre FGTS"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Ou via terminal: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buscar-sai.ps1 -Termo INSS -Tipo 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Resultados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O que a IA retorna: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Lista organizada de SAIs por tipo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Resumo do conteudo de cada SAI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Relacao de dependencias entre SAIs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Sugestoes de definicoes relacionadas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Base: 35.000+ SAIs indexadas e pesquisaveis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Orquestracao: Multiplas Tarefas em Paralelo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Delegacao Inteligente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Voce pode pedir varias coisas ao mesmo tempo: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"Analise a NE 12345 de FGTS, busque SAIs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relacionadas e verifique o codigo do modulo"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 IA cria subagentes automaticamente: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1: Analisa a NE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2: Busca SAIs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Agente 3: Analisa codigo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Boas Praticas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Dicas para instigar o uso: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Seja especifico no que precisa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Indique codigos e modulos quando souber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Peca para confrontar regras existentes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Solicite cenarios de teste explicitos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Peca resumos antes de detalhes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Use o historico de conversas anteriores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Ganhos Concretos do Projeto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QUALIDADE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Definicoes padronizadas e consistentes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Revisao automatica de completude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Menos erros por falta de contexto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TEMPO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Pesquisa de SAIs: horas -&gt; minutos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Analise de NE: dias -&gt; horas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Duvidas tecnicas: sem esperar o 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CONHECIMENTO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Dominio tecnico acessivel a todos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Aprendizado continuo com a IA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Base de conhecimento que cresce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AUTONOMIA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Menos dependencia do desenvolvimento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Decisoes embasadas no codigo real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Cenarios de teste robustos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ext Placeholder 1"/>
          <p:cNvSpPr>
            <a:spLocks noGrp="1"/>
          </p:cNvSpPr>
          <p:nvPr>
            <p:ph type="body" idx="17" orient="vert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0013" y="111125"/>
            <a:ext cx="331787" cy="2432050"/>
          </a:xfrm>
          <a:prstGeom prst="rect">
            <a:avLst/>
          </a:prstGeom>
          <a:solidFill>
            <a:srgbClr val="4D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728" y="523875"/>
            <a:ext cx="10852971" cy="100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3015"/>
                </a:solidFill>
                <a:latin typeface="Clario Medium"/>
              </a:rPr>
              <a:t>Como Comecar: Proximos Passos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1600000"/>
            <a:ext cx="10852971" cy="50000"/>
          </a:xfrm>
          <a:prstGeom prst="rect">
            <a:avLst/>
          </a:prstGeom>
          <a:solidFill>
            <a:srgbClr val="D6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Configuracao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Instalacao: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1. Instalar o Cursor IDE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2. Rodar o script de instalacao: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   instalar-projeto-filho.ps1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3. Abrir a pasta C:\CursorFolha\projeto-filho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4. Comecar a conversar com a IA!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2114" y="1900000"/>
            <a:ext cx="5295899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23015"/>
                </a:solidFill>
                <a:latin typeface="Clario Medium"/>
              </a:rPr>
              <a:t>Experimentacao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Primeiros passos sugeridos: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Explore a base: "Quais modulos existem?"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Busque uma SAI: "Busque SAIs de ferias"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Analise uma NE que esta na sua fila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Peca para explicar um trecho de codigo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Crie uma PSAI com ajuda da IA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23015"/>
                </a:solidFill>
                <a:latin typeface="Clario"/>
              </a:rPr>
              <a:t>• O onboarding guiado ajuda no primeiro uso!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0">
                <a:solidFill>
                  <a:srgbClr val="123015"/>
                </a:solidFill>
                <a:latin typeface="Clario Medium"/>
              </a:rPr>
              <a:t>Obrigado! </a:t>
            </a:r>
            <a:r>
              <a:rPr sz="4400" b="0">
                <a:solidFill>
                  <a:srgbClr val="D64000"/>
                </a:solidFill>
                <a:latin typeface="Clario Medium"/>
              </a:rPr>
              <a:t>Duvidas?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b="0">
                <a:solidFill>
                  <a:srgbClr val="123015"/>
                </a:solidFill>
                <a:latin typeface="Clario"/>
              </a:rPr>
              <a:t>O sucesso do projeto depende do nosso dialogo com a ferramenta.
Vamos construir juntos!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PROJECT_OPEN" val="0"/>
  <p:tag name="ARTICULATE_SLIDE_COUNT" val="24"/>
  <p:tag name="ARTICULATE_DESIGN_ID_OFFICE THEME" val="1VWV7Ux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ema do Office">
  <a:themeElements>
    <a:clrScheme name="Office">
      <a:dk1>
        <a:srgbClr val="123015"/>
      </a:dk1>
      <a:lt1>
        <a:srgbClr val="FFFFFF"/>
      </a:lt1>
      <a:dk2>
        <a:srgbClr val="212223"/>
      </a:dk2>
      <a:lt2>
        <a:srgbClr val="E1F4CD"/>
      </a:lt2>
      <a:accent1>
        <a:srgbClr val="D64000"/>
      </a:accent1>
      <a:accent2>
        <a:srgbClr val="FCF2DA"/>
      </a:accent2>
      <a:accent3>
        <a:srgbClr val="F8EADD"/>
      </a:accent3>
      <a:accent4>
        <a:srgbClr val="E3F1FD"/>
      </a:accent4>
      <a:accent5>
        <a:srgbClr val="E3F3EE"/>
      </a:accent5>
      <a:accent6>
        <a:srgbClr val="E1F4CD"/>
      </a:accent6>
      <a:hlink>
        <a:srgbClr val="0874E3"/>
      </a:hlink>
      <a:folHlink>
        <a:srgbClr val="4DB299"/>
      </a:folHlink>
    </a:clrScheme>
    <a:fontScheme name="TR Clario">
      <a:majorFont>
        <a:latin typeface="Clario Medium"/>
        <a:ea typeface=""/>
        <a:cs typeface=""/>
      </a:majorFont>
      <a:minorFont>
        <a:latin typeface="Clari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TR Orange">
      <a:srgbClr val="D64000"/>
    </a:custClr>
    <a:custClr name="TR Racing Green">
      <a:srgbClr val="123015"/>
    </a:custClr>
    <a:custClr name="TR White">
      <a:srgbClr val="FFFFFF"/>
    </a:custClr>
    <a:custClr name="TR Graphite">
      <a:srgbClr val="212223"/>
    </a:custClr>
    <a:custClr name="TR Black">
      <a:srgbClr val="000000"/>
    </a:custClr>
    <a:custClr name="TR Gray 1">
      <a:srgbClr val="E5E5E5"/>
    </a:custClr>
    <a:custClr name="TR Gray 2">
      <a:srgbClr val="9F9F9F"/>
    </a:custClr>
    <a:custClr name="TR Gray 3">
      <a:srgbClr val="7A7A7A"/>
    </a:custClr>
    <a:custClr name="TR Alert Red">
      <a:srgbClr val="DC0A0A"/>
    </a:custClr>
    <a:custClr name="TR Alert Green">
      <a:srgbClr val="387C2B"/>
    </a:custClr>
    <a:custClr name="TR Light Gold">
      <a:srgbClr val="FCF2DA"/>
    </a:custClr>
    <a:custClr name="TR Dark Gold">
      <a:srgbClr val="E3B045"/>
    </a:custClr>
    <a:custClr name="TR Light Amber">
      <a:srgbClr val="F8EADD"/>
    </a:custClr>
    <a:custClr name="TR Dark Amber">
      <a:srgbClr val="D4792A"/>
    </a:custClr>
    <a:custClr name="TR Light Sky">
      <a:srgbClr val="E3F1FD"/>
    </a:custClr>
    <a:custClr name="TR Dark Sky">
      <a:srgbClr val="0874E3"/>
    </a:custClr>
    <a:custClr name="TR Light Teal">
      <a:srgbClr val="E3F3EE"/>
    </a:custClr>
    <a:custClr name="TR Dark Teal">
      <a:srgbClr val="4DB299"/>
    </a:custClr>
    <a:custClr name="TR Light Lime">
      <a:srgbClr val="E1F4CD"/>
    </a:custClr>
    <a:custClr name="TR Dark Lime">
      <a:srgbClr val="8FCB64"/>
    </a:custClr>
  </a:custClrLst>
  <a:extLst>
    <a:ext uri="{05A4C25C-085E-4340-85A3-A5531E510DB2}">
      <thm15:themeFamily xmlns:thm15="http://schemas.microsoft.com/office/thememl/2012/main" name="TR_NewBrand_CoPilot" id="{7E600E31-6971-8249-81EC-4075F27840C8}" vid="{1722C49D-5690-A849-B7B5-EBC06BBCCC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FB03A485219248978B40CC4748E94D" ma:contentTypeVersion="0" ma:contentTypeDescription="Create a new document." ma:contentTypeScope="" ma:versionID="9db3274cd949f810db9108348b1b588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d84d5a9f38d704ca6006ad676412b2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03517B-5E4C-4E4B-8002-773F08AA9601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1c84282f-c6f3-44d4-8763-15237dd7a8dc"/>
  </ds:schemaRefs>
</ds:datastoreItem>
</file>

<file path=customXml/itemProps2.xml><?xml version="1.0" encoding="utf-8"?>
<ds:datastoreItem xmlns:ds="http://schemas.openxmlformats.org/officeDocument/2006/customXml" ds:itemID="{B719A4B1-3B6D-4608-BA06-658FA89BB049}"/>
</file>

<file path=customXml/itemProps3.xml><?xml version="1.0" encoding="utf-8"?>
<ds:datastoreItem xmlns:ds="http://schemas.openxmlformats.org/officeDocument/2006/customXml" ds:itemID="{3A1AAED0-DBCB-469F-A53B-9B07FDF8F5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TR_NewBrand_CoPilot</Template>
  <TotalTime>0</TotalTime>
  <Words>626</Words>
  <Application>Microsoft Office PowerPoint</Application>
  <PresentationFormat>Widescreen</PresentationFormat>
  <Paragraphs>253</Paragraphs>
  <Slides>24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Aptos</vt:lpstr>
      <vt:lpstr>Clario Medium</vt:lpstr>
      <vt:lpstr>Clario</vt:lpstr>
      <vt:lpstr>Tema do Office</vt:lpstr>
      <vt:lpstr>Title with highlight</vt:lpstr>
      <vt:lpstr>Large title with highlight</vt:lpstr>
      <vt:lpstr>Large title with highlight</vt:lpstr>
      <vt:lpstr>Agenda</vt:lpstr>
      <vt:lpstr>Contents</vt:lpstr>
      <vt:lpstr>Agenda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Justino, Vitor C. (TR Product)</dc:creator>
  <cp:lastModifiedBy>Justino, Vitor C. (TR Product)</cp:lastModifiedBy>
  <cp:revision>1</cp:revision>
  <dcterms:created xsi:type="dcterms:W3CDTF">2026-03-10T21:13:52Z</dcterms:created>
  <dcterms:modified xsi:type="dcterms:W3CDTF">2026-03-10T21:14:11Z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FE467175-CF7C-41F4-9D6A-95969C831D71</vt:lpwstr>
  </property>
  <property fmtid="{D5CDD505-2E9C-101B-9397-08002B2CF9AE}" pid="3" name="ArticulatePath">
    <vt:lpwstr>Presentation1</vt:lpwstr>
  </property>
  <property fmtid="{D5CDD505-2E9C-101B-9397-08002B2CF9AE}" pid="4" name="ContentTypeId">
    <vt:lpwstr>0x010100A9FB03A485219248978B40CC4748E94D</vt:lpwstr>
  </property>
</Properties>
</file>